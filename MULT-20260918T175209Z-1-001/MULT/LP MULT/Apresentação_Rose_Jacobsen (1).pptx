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60" r:id="rId2"/>
    <p:sldId id="264" r:id="rId3"/>
  </p:sldIdLst>
  <p:sldSz cx="18288000" cy="10287000"/>
  <p:notesSz cx="18288000" cy="10287000"/>
  <p:embeddedFontLst>
    <p:embeddedFont>
      <p:font typeface="Tahoma" panose="020B0604030504040204" pitchFamily="34" charset="0"/>
      <p:regular r:id="rId5"/>
      <p:bold r:id="rId6"/>
    </p:embeddedFont>
    <p:embeddedFont>
      <p:font typeface="Verdana" panose="020B0604030504040204" pitchFamily="3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5F8vY60DGyzLdm2ByjCzj6EBy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6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title"/>
          </p:nvPr>
        </p:nvSpPr>
        <p:spPr>
          <a:xfrm>
            <a:off x="3546777" y="1674793"/>
            <a:ext cx="11194445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0" b="1" i="0">
                <a:solidFill>
                  <a:srgbClr val="E9E7D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body" idx="1"/>
          </p:nvPr>
        </p:nvSpPr>
        <p:spPr>
          <a:xfrm>
            <a:off x="305246" y="1618570"/>
            <a:ext cx="17677506" cy="5930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89056" y="8222581"/>
            <a:ext cx="2276474" cy="206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38649" y="5739934"/>
            <a:ext cx="2049349" cy="227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8222581"/>
            <a:ext cx="2166190" cy="206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238649" y="8222581"/>
            <a:ext cx="2049349" cy="206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2063851" cy="208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70023" y="0"/>
            <a:ext cx="2276475" cy="208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496112" y="216453"/>
            <a:ext cx="3175650" cy="223916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3546777" y="1674793"/>
            <a:ext cx="11194445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0" b="1" i="0">
                <a:solidFill>
                  <a:srgbClr val="E9E7D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1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546777" y="1674793"/>
            <a:ext cx="11194445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0" b="1" i="0" u="none" strike="noStrike" cap="none">
                <a:solidFill>
                  <a:srgbClr val="E9E7D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05246" y="1618570"/>
            <a:ext cx="17677506" cy="5930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jpe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to@consultoriamulti.com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company/mult-consultoria-de-gest%C3%A3o-industrial-e-qualidade/" TargetMode="External"/><Relationship Id="rId5" Type="http://schemas.openxmlformats.org/officeDocument/2006/relationships/image" Target="../media/image18.jpeg"/><Relationship Id="rId4" Type="http://schemas.openxmlformats.org/officeDocument/2006/relationships/hyperlink" Target="https://instagram.com/consultoria.mult?igshid=MzRlODBiNWFlZA=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6C1B5BF7-6957-48F8-209A-2FEEA2FFF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72" y="179519"/>
            <a:ext cx="3135600" cy="3135600"/>
          </a:xfrm>
          <a:prstGeom prst="rect">
            <a:avLst/>
          </a:prstGeom>
        </p:spPr>
      </p:pic>
      <p:sp>
        <p:nvSpPr>
          <p:cNvPr id="152" name="Google Shape;152;p5"/>
          <p:cNvSpPr/>
          <p:nvPr/>
        </p:nvSpPr>
        <p:spPr>
          <a:xfrm>
            <a:off x="1028700" y="6108013"/>
            <a:ext cx="627380" cy="627380"/>
          </a:xfrm>
          <a:custGeom>
            <a:avLst/>
            <a:gdLst/>
            <a:ahLst/>
            <a:cxnLst/>
            <a:rect l="l" t="t" r="r" b="b"/>
            <a:pathLst>
              <a:path w="627380" h="627379" extrusionOk="0">
                <a:moveTo>
                  <a:pt x="313531" y="627060"/>
                </a:moveTo>
                <a:lnTo>
                  <a:pt x="267198" y="623660"/>
                </a:lnTo>
                <a:lnTo>
                  <a:pt x="222978" y="613785"/>
                </a:lnTo>
                <a:lnTo>
                  <a:pt x="181353" y="597920"/>
                </a:lnTo>
                <a:lnTo>
                  <a:pt x="142809" y="576548"/>
                </a:lnTo>
                <a:lnTo>
                  <a:pt x="107831" y="550156"/>
                </a:lnTo>
                <a:lnTo>
                  <a:pt x="76903" y="519229"/>
                </a:lnTo>
                <a:lnTo>
                  <a:pt x="50511" y="484250"/>
                </a:lnTo>
                <a:lnTo>
                  <a:pt x="29140" y="445706"/>
                </a:lnTo>
                <a:lnTo>
                  <a:pt x="13274" y="404081"/>
                </a:lnTo>
                <a:lnTo>
                  <a:pt x="3399" y="359861"/>
                </a:lnTo>
                <a:lnTo>
                  <a:pt x="0" y="313529"/>
                </a:lnTo>
                <a:lnTo>
                  <a:pt x="3399" y="267199"/>
                </a:lnTo>
                <a:lnTo>
                  <a:pt x="13274" y="222978"/>
                </a:lnTo>
                <a:lnTo>
                  <a:pt x="29140" y="181353"/>
                </a:lnTo>
                <a:lnTo>
                  <a:pt x="50511" y="142809"/>
                </a:lnTo>
                <a:lnTo>
                  <a:pt x="76903" y="107831"/>
                </a:lnTo>
                <a:lnTo>
                  <a:pt x="107831" y="76903"/>
                </a:lnTo>
                <a:lnTo>
                  <a:pt x="142809" y="50511"/>
                </a:lnTo>
                <a:lnTo>
                  <a:pt x="181353" y="29140"/>
                </a:lnTo>
                <a:lnTo>
                  <a:pt x="222978" y="13274"/>
                </a:lnTo>
                <a:lnTo>
                  <a:pt x="267198" y="3399"/>
                </a:lnTo>
                <a:lnTo>
                  <a:pt x="313529" y="0"/>
                </a:lnTo>
                <a:lnTo>
                  <a:pt x="359861" y="3399"/>
                </a:lnTo>
                <a:lnTo>
                  <a:pt x="404081" y="13274"/>
                </a:lnTo>
                <a:lnTo>
                  <a:pt x="445706" y="29140"/>
                </a:lnTo>
                <a:lnTo>
                  <a:pt x="484250" y="50511"/>
                </a:lnTo>
                <a:lnTo>
                  <a:pt x="519228" y="76903"/>
                </a:lnTo>
                <a:lnTo>
                  <a:pt x="550156" y="107831"/>
                </a:lnTo>
                <a:lnTo>
                  <a:pt x="576548" y="142809"/>
                </a:lnTo>
                <a:lnTo>
                  <a:pt x="597920" y="181353"/>
                </a:lnTo>
                <a:lnTo>
                  <a:pt x="613785" y="222978"/>
                </a:lnTo>
                <a:lnTo>
                  <a:pt x="623660" y="267199"/>
                </a:lnTo>
                <a:lnTo>
                  <a:pt x="627060" y="313530"/>
                </a:lnTo>
                <a:lnTo>
                  <a:pt x="623660" y="359861"/>
                </a:lnTo>
                <a:lnTo>
                  <a:pt x="613785" y="404081"/>
                </a:lnTo>
                <a:lnTo>
                  <a:pt x="597920" y="445706"/>
                </a:lnTo>
                <a:lnTo>
                  <a:pt x="576548" y="484250"/>
                </a:lnTo>
                <a:lnTo>
                  <a:pt x="550156" y="519229"/>
                </a:lnTo>
                <a:lnTo>
                  <a:pt x="519228" y="550156"/>
                </a:lnTo>
                <a:lnTo>
                  <a:pt x="484250" y="576548"/>
                </a:lnTo>
                <a:lnTo>
                  <a:pt x="445706" y="597920"/>
                </a:lnTo>
                <a:lnTo>
                  <a:pt x="404081" y="613785"/>
                </a:lnTo>
                <a:lnTo>
                  <a:pt x="359861" y="623660"/>
                </a:lnTo>
                <a:lnTo>
                  <a:pt x="313531" y="62706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665488" y="5046564"/>
            <a:ext cx="340995" cy="340995"/>
          </a:xfrm>
          <a:custGeom>
            <a:avLst/>
            <a:gdLst/>
            <a:ahLst/>
            <a:cxnLst/>
            <a:rect l="l" t="t" r="r" b="b"/>
            <a:pathLst>
              <a:path w="340995" h="340995" extrusionOk="0">
                <a:moveTo>
                  <a:pt x="170497" y="340995"/>
                </a:moveTo>
                <a:lnTo>
                  <a:pt x="125172" y="334905"/>
                </a:lnTo>
                <a:lnTo>
                  <a:pt x="84444" y="317717"/>
                </a:lnTo>
                <a:lnTo>
                  <a:pt x="49937" y="291058"/>
                </a:lnTo>
                <a:lnTo>
                  <a:pt x="23277" y="256551"/>
                </a:lnTo>
                <a:lnTo>
                  <a:pt x="6090" y="215823"/>
                </a:lnTo>
                <a:lnTo>
                  <a:pt x="0" y="170498"/>
                </a:lnTo>
                <a:lnTo>
                  <a:pt x="6090" y="125172"/>
                </a:lnTo>
                <a:lnTo>
                  <a:pt x="23277" y="84444"/>
                </a:lnTo>
                <a:lnTo>
                  <a:pt x="49937" y="49937"/>
                </a:lnTo>
                <a:lnTo>
                  <a:pt x="84444" y="23278"/>
                </a:lnTo>
                <a:lnTo>
                  <a:pt x="125172" y="6090"/>
                </a:lnTo>
                <a:lnTo>
                  <a:pt x="170497" y="0"/>
                </a:lnTo>
                <a:lnTo>
                  <a:pt x="215822" y="6090"/>
                </a:lnTo>
                <a:lnTo>
                  <a:pt x="256551" y="23278"/>
                </a:lnTo>
                <a:lnTo>
                  <a:pt x="291058" y="49937"/>
                </a:lnTo>
                <a:lnTo>
                  <a:pt x="317717" y="84444"/>
                </a:lnTo>
                <a:lnTo>
                  <a:pt x="334905" y="125172"/>
                </a:lnTo>
                <a:lnTo>
                  <a:pt x="340995" y="170498"/>
                </a:lnTo>
                <a:lnTo>
                  <a:pt x="334905" y="215823"/>
                </a:lnTo>
                <a:lnTo>
                  <a:pt x="317717" y="256551"/>
                </a:lnTo>
                <a:lnTo>
                  <a:pt x="291058" y="291058"/>
                </a:lnTo>
                <a:lnTo>
                  <a:pt x="256551" y="317717"/>
                </a:lnTo>
                <a:lnTo>
                  <a:pt x="215822" y="334905"/>
                </a:lnTo>
                <a:lnTo>
                  <a:pt x="170497" y="34099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467589" y="5189429"/>
            <a:ext cx="2334260" cy="19685"/>
          </a:xfrm>
          <a:custGeom>
            <a:avLst/>
            <a:gdLst/>
            <a:ahLst/>
            <a:cxnLst/>
            <a:rect l="l" t="t" r="r" b="b"/>
            <a:pathLst>
              <a:path w="2334260" h="19685" extrusionOk="0">
                <a:moveTo>
                  <a:pt x="0" y="0"/>
                </a:moveTo>
                <a:lnTo>
                  <a:pt x="2333660" y="19065"/>
                </a:lnTo>
              </a:path>
            </a:pathLst>
          </a:custGeom>
          <a:noFill/>
          <a:ln w="380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958241" y="5202155"/>
            <a:ext cx="2334260" cy="19685"/>
          </a:xfrm>
          <a:custGeom>
            <a:avLst/>
            <a:gdLst/>
            <a:ahLst/>
            <a:cxnLst/>
            <a:rect l="l" t="t" r="r" b="b"/>
            <a:pathLst>
              <a:path w="2334259" h="19685" extrusionOk="0">
                <a:moveTo>
                  <a:pt x="0" y="0"/>
                </a:moveTo>
                <a:lnTo>
                  <a:pt x="2333660" y="19065"/>
                </a:lnTo>
              </a:path>
            </a:pathLst>
          </a:custGeom>
          <a:noFill/>
          <a:ln w="380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323111" y="3924960"/>
            <a:ext cx="38100" cy="2326640"/>
          </a:xfrm>
          <a:custGeom>
            <a:avLst/>
            <a:gdLst/>
            <a:ahLst/>
            <a:cxnLst/>
            <a:rect l="l" t="t" r="r" b="b"/>
            <a:pathLst>
              <a:path w="38100" h="2326640" extrusionOk="0">
                <a:moveTo>
                  <a:pt x="38100" y="2287905"/>
                </a:moveTo>
                <a:lnTo>
                  <a:pt x="0" y="2287905"/>
                </a:lnTo>
                <a:lnTo>
                  <a:pt x="0" y="2326030"/>
                </a:lnTo>
                <a:lnTo>
                  <a:pt x="38100" y="2326030"/>
                </a:lnTo>
                <a:lnTo>
                  <a:pt x="38100" y="2287905"/>
                </a:lnTo>
                <a:close/>
              </a:path>
              <a:path w="38100" h="2326640" extrusionOk="0">
                <a:moveTo>
                  <a:pt x="38100" y="2211641"/>
                </a:moveTo>
                <a:lnTo>
                  <a:pt x="0" y="2211641"/>
                </a:lnTo>
                <a:lnTo>
                  <a:pt x="0" y="2249767"/>
                </a:lnTo>
                <a:lnTo>
                  <a:pt x="38100" y="2249767"/>
                </a:lnTo>
                <a:lnTo>
                  <a:pt x="38100" y="2211641"/>
                </a:lnTo>
                <a:close/>
              </a:path>
              <a:path w="38100" h="2326640" extrusionOk="0">
                <a:moveTo>
                  <a:pt x="38100" y="2135378"/>
                </a:moveTo>
                <a:lnTo>
                  <a:pt x="0" y="2135378"/>
                </a:lnTo>
                <a:lnTo>
                  <a:pt x="0" y="2173503"/>
                </a:lnTo>
                <a:lnTo>
                  <a:pt x="38100" y="2173503"/>
                </a:lnTo>
                <a:lnTo>
                  <a:pt x="38100" y="2135378"/>
                </a:lnTo>
                <a:close/>
              </a:path>
              <a:path w="38100" h="2326640" extrusionOk="0">
                <a:moveTo>
                  <a:pt x="38100" y="2059114"/>
                </a:moveTo>
                <a:lnTo>
                  <a:pt x="0" y="2059114"/>
                </a:lnTo>
                <a:lnTo>
                  <a:pt x="0" y="2097239"/>
                </a:lnTo>
                <a:lnTo>
                  <a:pt x="38100" y="2097239"/>
                </a:lnTo>
                <a:lnTo>
                  <a:pt x="38100" y="2059114"/>
                </a:lnTo>
                <a:close/>
              </a:path>
              <a:path w="38100" h="2326640" extrusionOk="0">
                <a:moveTo>
                  <a:pt x="38100" y="1982851"/>
                </a:moveTo>
                <a:lnTo>
                  <a:pt x="0" y="1982851"/>
                </a:lnTo>
                <a:lnTo>
                  <a:pt x="0" y="2020976"/>
                </a:lnTo>
                <a:lnTo>
                  <a:pt x="38100" y="2020976"/>
                </a:lnTo>
                <a:lnTo>
                  <a:pt x="38100" y="1982851"/>
                </a:lnTo>
                <a:close/>
              </a:path>
              <a:path w="38100" h="2326640" extrusionOk="0">
                <a:moveTo>
                  <a:pt x="38100" y="1906587"/>
                </a:moveTo>
                <a:lnTo>
                  <a:pt x="0" y="1906587"/>
                </a:lnTo>
                <a:lnTo>
                  <a:pt x="0" y="1944712"/>
                </a:lnTo>
                <a:lnTo>
                  <a:pt x="38100" y="1944712"/>
                </a:lnTo>
                <a:lnTo>
                  <a:pt x="38100" y="1906587"/>
                </a:lnTo>
                <a:close/>
              </a:path>
              <a:path w="38100" h="2326640" extrusionOk="0">
                <a:moveTo>
                  <a:pt x="38100" y="1830324"/>
                </a:moveTo>
                <a:lnTo>
                  <a:pt x="0" y="1830324"/>
                </a:lnTo>
                <a:lnTo>
                  <a:pt x="0" y="1868449"/>
                </a:lnTo>
                <a:lnTo>
                  <a:pt x="38100" y="1868449"/>
                </a:lnTo>
                <a:lnTo>
                  <a:pt x="38100" y="1830324"/>
                </a:lnTo>
                <a:close/>
              </a:path>
              <a:path w="38100" h="2326640" extrusionOk="0">
                <a:moveTo>
                  <a:pt x="38100" y="1754060"/>
                </a:moveTo>
                <a:lnTo>
                  <a:pt x="0" y="1754060"/>
                </a:lnTo>
                <a:lnTo>
                  <a:pt x="0" y="1792185"/>
                </a:lnTo>
                <a:lnTo>
                  <a:pt x="38100" y="1792185"/>
                </a:lnTo>
                <a:lnTo>
                  <a:pt x="38100" y="1754060"/>
                </a:lnTo>
                <a:close/>
              </a:path>
              <a:path w="38100" h="2326640" extrusionOk="0">
                <a:moveTo>
                  <a:pt x="38100" y="1677797"/>
                </a:moveTo>
                <a:lnTo>
                  <a:pt x="0" y="1677797"/>
                </a:lnTo>
                <a:lnTo>
                  <a:pt x="0" y="1715922"/>
                </a:lnTo>
                <a:lnTo>
                  <a:pt x="38100" y="1715922"/>
                </a:lnTo>
                <a:lnTo>
                  <a:pt x="38100" y="1677797"/>
                </a:lnTo>
                <a:close/>
              </a:path>
              <a:path w="38100" h="2326640" extrusionOk="0">
                <a:moveTo>
                  <a:pt x="38100" y="1601533"/>
                </a:moveTo>
                <a:lnTo>
                  <a:pt x="0" y="1601533"/>
                </a:lnTo>
                <a:lnTo>
                  <a:pt x="0" y="1639658"/>
                </a:lnTo>
                <a:lnTo>
                  <a:pt x="38100" y="1639658"/>
                </a:lnTo>
                <a:lnTo>
                  <a:pt x="38100" y="1601533"/>
                </a:lnTo>
                <a:close/>
              </a:path>
              <a:path w="38100" h="2326640" extrusionOk="0">
                <a:moveTo>
                  <a:pt x="38100" y="1525270"/>
                </a:moveTo>
                <a:lnTo>
                  <a:pt x="0" y="1525270"/>
                </a:lnTo>
                <a:lnTo>
                  <a:pt x="0" y="1563395"/>
                </a:lnTo>
                <a:lnTo>
                  <a:pt x="38100" y="1563395"/>
                </a:lnTo>
                <a:lnTo>
                  <a:pt x="38100" y="1525270"/>
                </a:lnTo>
                <a:close/>
              </a:path>
              <a:path w="38100" h="2326640" extrusionOk="0">
                <a:moveTo>
                  <a:pt x="38100" y="1449006"/>
                </a:moveTo>
                <a:lnTo>
                  <a:pt x="0" y="1449006"/>
                </a:lnTo>
                <a:lnTo>
                  <a:pt x="0" y="1487131"/>
                </a:lnTo>
                <a:lnTo>
                  <a:pt x="38100" y="1487131"/>
                </a:lnTo>
                <a:lnTo>
                  <a:pt x="38100" y="1449006"/>
                </a:lnTo>
                <a:close/>
              </a:path>
              <a:path w="38100" h="2326640" extrusionOk="0">
                <a:moveTo>
                  <a:pt x="38100" y="1372743"/>
                </a:moveTo>
                <a:lnTo>
                  <a:pt x="0" y="1372743"/>
                </a:lnTo>
                <a:lnTo>
                  <a:pt x="0" y="1410868"/>
                </a:lnTo>
                <a:lnTo>
                  <a:pt x="38100" y="1410868"/>
                </a:lnTo>
                <a:lnTo>
                  <a:pt x="38100" y="1372743"/>
                </a:lnTo>
                <a:close/>
              </a:path>
              <a:path w="38100" h="2326640" extrusionOk="0">
                <a:moveTo>
                  <a:pt x="38100" y="1296479"/>
                </a:moveTo>
                <a:lnTo>
                  <a:pt x="0" y="1296479"/>
                </a:lnTo>
                <a:lnTo>
                  <a:pt x="0" y="1334604"/>
                </a:lnTo>
                <a:lnTo>
                  <a:pt x="38100" y="1334604"/>
                </a:lnTo>
                <a:lnTo>
                  <a:pt x="38100" y="1296479"/>
                </a:lnTo>
                <a:close/>
              </a:path>
              <a:path w="38100" h="2326640" extrusionOk="0">
                <a:moveTo>
                  <a:pt x="38100" y="1220216"/>
                </a:moveTo>
                <a:lnTo>
                  <a:pt x="0" y="1220216"/>
                </a:lnTo>
                <a:lnTo>
                  <a:pt x="0" y="1258341"/>
                </a:lnTo>
                <a:lnTo>
                  <a:pt x="38100" y="1258341"/>
                </a:lnTo>
                <a:lnTo>
                  <a:pt x="38100" y="1220216"/>
                </a:lnTo>
                <a:close/>
              </a:path>
              <a:path w="38100" h="2326640" extrusionOk="0">
                <a:moveTo>
                  <a:pt x="38100" y="1143952"/>
                </a:moveTo>
                <a:lnTo>
                  <a:pt x="0" y="1143952"/>
                </a:lnTo>
                <a:lnTo>
                  <a:pt x="0" y="1182077"/>
                </a:lnTo>
                <a:lnTo>
                  <a:pt x="38100" y="1182077"/>
                </a:lnTo>
                <a:lnTo>
                  <a:pt x="38100" y="1143952"/>
                </a:lnTo>
                <a:close/>
              </a:path>
              <a:path w="38100" h="2326640" extrusionOk="0">
                <a:moveTo>
                  <a:pt x="38100" y="1067689"/>
                </a:moveTo>
                <a:lnTo>
                  <a:pt x="0" y="1067689"/>
                </a:lnTo>
                <a:lnTo>
                  <a:pt x="0" y="1105827"/>
                </a:lnTo>
                <a:lnTo>
                  <a:pt x="38100" y="1105827"/>
                </a:lnTo>
                <a:lnTo>
                  <a:pt x="38100" y="1067689"/>
                </a:lnTo>
                <a:close/>
              </a:path>
              <a:path w="38100" h="2326640" extrusionOk="0">
                <a:moveTo>
                  <a:pt x="38100" y="991425"/>
                </a:moveTo>
                <a:lnTo>
                  <a:pt x="0" y="991425"/>
                </a:lnTo>
                <a:lnTo>
                  <a:pt x="0" y="1029563"/>
                </a:lnTo>
                <a:lnTo>
                  <a:pt x="38100" y="1029563"/>
                </a:lnTo>
                <a:lnTo>
                  <a:pt x="38100" y="991425"/>
                </a:lnTo>
                <a:close/>
              </a:path>
              <a:path w="38100" h="2326640" extrusionOk="0">
                <a:moveTo>
                  <a:pt x="38100" y="915162"/>
                </a:moveTo>
                <a:lnTo>
                  <a:pt x="0" y="915162"/>
                </a:lnTo>
                <a:lnTo>
                  <a:pt x="0" y="953300"/>
                </a:lnTo>
                <a:lnTo>
                  <a:pt x="38100" y="953300"/>
                </a:lnTo>
                <a:lnTo>
                  <a:pt x="38100" y="915162"/>
                </a:lnTo>
                <a:close/>
              </a:path>
              <a:path w="38100" h="2326640" extrusionOk="0">
                <a:moveTo>
                  <a:pt x="38100" y="838898"/>
                </a:moveTo>
                <a:lnTo>
                  <a:pt x="0" y="838898"/>
                </a:lnTo>
                <a:lnTo>
                  <a:pt x="0" y="877036"/>
                </a:lnTo>
                <a:lnTo>
                  <a:pt x="38100" y="877036"/>
                </a:lnTo>
                <a:lnTo>
                  <a:pt x="38100" y="838898"/>
                </a:lnTo>
                <a:close/>
              </a:path>
              <a:path w="38100" h="2326640" extrusionOk="0">
                <a:moveTo>
                  <a:pt x="38100" y="762635"/>
                </a:moveTo>
                <a:lnTo>
                  <a:pt x="0" y="762635"/>
                </a:lnTo>
                <a:lnTo>
                  <a:pt x="0" y="800773"/>
                </a:lnTo>
                <a:lnTo>
                  <a:pt x="38100" y="800773"/>
                </a:lnTo>
                <a:lnTo>
                  <a:pt x="38100" y="762635"/>
                </a:lnTo>
                <a:close/>
              </a:path>
              <a:path w="38100" h="2326640" extrusionOk="0">
                <a:moveTo>
                  <a:pt x="38100" y="686371"/>
                </a:moveTo>
                <a:lnTo>
                  <a:pt x="0" y="686371"/>
                </a:lnTo>
                <a:lnTo>
                  <a:pt x="0" y="724509"/>
                </a:lnTo>
                <a:lnTo>
                  <a:pt x="38100" y="724509"/>
                </a:lnTo>
                <a:lnTo>
                  <a:pt x="38100" y="686371"/>
                </a:lnTo>
                <a:close/>
              </a:path>
              <a:path w="38100" h="2326640" extrusionOk="0">
                <a:moveTo>
                  <a:pt x="38100" y="610108"/>
                </a:moveTo>
                <a:lnTo>
                  <a:pt x="0" y="610108"/>
                </a:lnTo>
                <a:lnTo>
                  <a:pt x="0" y="648246"/>
                </a:lnTo>
                <a:lnTo>
                  <a:pt x="38100" y="648246"/>
                </a:lnTo>
                <a:lnTo>
                  <a:pt x="38100" y="610108"/>
                </a:lnTo>
                <a:close/>
              </a:path>
              <a:path w="38100" h="2326640" extrusionOk="0">
                <a:moveTo>
                  <a:pt x="38100" y="533844"/>
                </a:moveTo>
                <a:lnTo>
                  <a:pt x="0" y="533844"/>
                </a:lnTo>
                <a:lnTo>
                  <a:pt x="0" y="571982"/>
                </a:lnTo>
                <a:lnTo>
                  <a:pt x="38100" y="571982"/>
                </a:lnTo>
                <a:lnTo>
                  <a:pt x="38100" y="533844"/>
                </a:lnTo>
                <a:close/>
              </a:path>
              <a:path w="38100" h="2326640" extrusionOk="0">
                <a:moveTo>
                  <a:pt x="38100" y="457581"/>
                </a:moveTo>
                <a:lnTo>
                  <a:pt x="0" y="457581"/>
                </a:lnTo>
                <a:lnTo>
                  <a:pt x="0" y="495719"/>
                </a:lnTo>
                <a:lnTo>
                  <a:pt x="38100" y="495719"/>
                </a:lnTo>
                <a:lnTo>
                  <a:pt x="38100" y="457581"/>
                </a:lnTo>
                <a:close/>
              </a:path>
              <a:path w="38100" h="2326640" extrusionOk="0">
                <a:moveTo>
                  <a:pt x="38100" y="381317"/>
                </a:moveTo>
                <a:lnTo>
                  <a:pt x="0" y="381317"/>
                </a:lnTo>
                <a:lnTo>
                  <a:pt x="0" y="419455"/>
                </a:lnTo>
                <a:lnTo>
                  <a:pt x="38100" y="419455"/>
                </a:lnTo>
                <a:lnTo>
                  <a:pt x="38100" y="381317"/>
                </a:lnTo>
                <a:close/>
              </a:path>
              <a:path w="38100" h="2326640" extrusionOk="0">
                <a:moveTo>
                  <a:pt x="38100" y="305054"/>
                </a:moveTo>
                <a:lnTo>
                  <a:pt x="0" y="305054"/>
                </a:lnTo>
                <a:lnTo>
                  <a:pt x="0" y="343192"/>
                </a:lnTo>
                <a:lnTo>
                  <a:pt x="38100" y="343192"/>
                </a:lnTo>
                <a:lnTo>
                  <a:pt x="38100" y="305054"/>
                </a:lnTo>
                <a:close/>
              </a:path>
              <a:path w="38100" h="2326640" extrusionOk="0">
                <a:moveTo>
                  <a:pt x="38100" y="228790"/>
                </a:moveTo>
                <a:lnTo>
                  <a:pt x="0" y="228790"/>
                </a:lnTo>
                <a:lnTo>
                  <a:pt x="0" y="266928"/>
                </a:lnTo>
                <a:lnTo>
                  <a:pt x="38100" y="266928"/>
                </a:lnTo>
                <a:lnTo>
                  <a:pt x="38100" y="228790"/>
                </a:lnTo>
                <a:close/>
              </a:path>
              <a:path w="38100" h="2326640" extrusionOk="0">
                <a:moveTo>
                  <a:pt x="38100" y="152527"/>
                </a:moveTo>
                <a:lnTo>
                  <a:pt x="0" y="152527"/>
                </a:lnTo>
                <a:lnTo>
                  <a:pt x="0" y="190665"/>
                </a:lnTo>
                <a:lnTo>
                  <a:pt x="38100" y="190665"/>
                </a:lnTo>
                <a:lnTo>
                  <a:pt x="38100" y="152527"/>
                </a:lnTo>
                <a:close/>
              </a:path>
              <a:path w="38100" h="2326640" extrusionOk="0">
                <a:moveTo>
                  <a:pt x="38100" y="76263"/>
                </a:moveTo>
                <a:lnTo>
                  <a:pt x="0" y="76263"/>
                </a:lnTo>
                <a:lnTo>
                  <a:pt x="0" y="114401"/>
                </a:lnTo>
                <a:lnTo>
                  <a:pt x="38100" y="114401"/>
                </a:lnTo>
                <a:lnTo>
                  <a:pt x="38100" y="76263"/>
                </a:lnTo>
                <a:close/>
              </a:path>
              <a:path w="38100" h="2326640" extrusionOk="0">
                <a:moveTo>
                  <a:pt x="38100" y="0"/>
                </a:moveTo>
                <a:lnTo>
                  <a:pt x="0" y="0"/>
                </a:lnTo>
                <a:lnTo>
                  <a:pt x="0" y="38138"/>
                </a:lnTo>
                <a:lnTo>
                  <a:pt x="38100" y="38138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308436" y="2904845"/>
            <a:ext cx="38100" cy="2326640"/>
          </a:xfrm>
          <a:custGeom>
            <a:avLst/>
            <a:gdLst/>
            <a:ahLst/>
            <a:cxnLst/>
            <a:rect l="l" t="t" r="r" b="b"/>
            <a:pathLst>
              <a:path w="38100" h="2326640" extrusionOk="0">
                <a:moveTo>
                  <a:pt x="38100" y="2287892"/>
                </a:moveTo>
                <a:lnTo>
                  <a:pt x="0" y="2287892"/>
                </a:lnTo>
                <a:lnTo>
                  <a:pt x="0" y="2326017"/>
                </a:lnTo>
                <a:lnTo>
                  <a:pt x="38100" y="2326017"/>
                </a:lnTo>
                <a:lnTo>
                  <a:pt x="38100" y="2287892"/>
                </a:lnTo>
                <a:close/>
              </a:path>
              <a:path w="38100" h="2326640" extrusionOk="0">
                <a:moveTo>
                  <a:pt x="38100" y="2211628"/>
                </a:moveTo>
                <a:lnTo>
                  <a:pt x="0" y="2211628"/>
                </a:lnTo>
                <a:lnTo>
                  <a:pt x="0" y="2249754"/>
                </a:lnTo>
                <a:lnTo>
                  <a:pt x="38100" y="2249754"/>
                </a:lnTo>
                <a:lnTo>
                  <a:pt x="38100" y="2211628"/>
                </a:lnTo>
                <a:close/>
              </a:path>
              <a:path w="38100" h="2326640" extrusionOk="0">
                <a:moveTo>
                  <a:pt x="38100" y="2135365"/>
                </a:moveTo>
                <a:lnTo>
                  <a:pt x="0" y="2135365"/>
                </a:lnTo>
                <a:lnTo>
                  <a:pt x="0" y="2173490"/>
                </a:lnTo>
                <a:lnTo>
                  <a:pt x="38100" y="2173490"/>
                </a:lnTo>
                <a:lnTo>
                  <a:pt x="38100" y="2135365"/>
                </a:lnTo>
                <a:close/>
              </a:path>
              <a:path w="38100" h="2326640" extrusionOk="0">
                <a:moveTo>
                  <a:pt x="38100" y="2059101"/>
                </a:moveTo>
                <a:lnTo>
                  <a:pt x="0" y="2059101"/>
                </a:lnTo>
                <a:lnTo>
                  <a:pt x="0" y="2097227"/>
                </a:lnTo>
                <a:lnTo>
                  <a:pt x="38100" y="2097227"/>
                </a:lnTo>
                <a:lnTo>
                  <a:pt x="38100" y="2059101"/>
                </a:lnTo>
                <a:close/>
              </a:path>
              <a:path w="38100" h="2326640" extrusionOk="0">
                <a:moveTo>
                  <a:pt x="38100" y="1982838"/>
                </a:moveTo>
                <a:lnTo>
                  <a:pt x="0" y="1982838"/>
                </a:lnTo>
                <a:lnTo>
                  <a:pt x="0" y="2020963"/>
                </a:lnTo>
                <a:lnTo>
                  <a:pt x="38100" y="2020963"/>
                </a:lnTo>
                <a:lnTo>
                  <a:pt x="38100" y="1982838"/>
                </a:lnTo>
                <a:close/>
              </a:path>
              <a:path w="38100" h="2326640" extrusionOk="0">
                <a:moveTo>
                  <a:pt x="38100" y="1906574"/>
                </a:moveTo>
                <a:lnTo>
                  <a:pt x="0" y="1906574"/>
                </a:lnTo>
                <a:lnTo>
                  <a:pt x="0" y="1944712"/>
                </a:lnTo>
                <a:lnTo>
                  <a:pt x="38100" y="1944712"/>
                </a:lnTo>
                <a:lnTo>
                  <a:pt x="38100" y="1906574"/>
                </a:lnTo>
                <a:close/>
              </a:path>
              <a:path w="38100" h="2326640" extrusionOk="0">
                <a:moveTo>
                  <a:pt x="38100" y="1830311"/>
                </a:moveTo>
                <a:lnTo>
                  <a:pt x="0" y="1830311"/>
                </a:lnTo>
                <a:lnTo>
                  <a:pt x="0" y="1868449"/>
                </a:lnTo>
                <a:lnTo>
                  <a:pt x="38100" y="1868449"/>
                </a:lnTo>
                <a:lnTo>
                  <a:pt x="38100" y="1830311"/>
                </a:lnTo>
                <a:close/>
              </a:path>
              <a:path w="38100" h="2326640" extrusionOk="0">
                <a:moveTo>
                  <a:pt x="38100" y="1754047"/>
                </a:moveTo>
                <a:lnTo>
                  <a:pt x="0" y="1754047"/>
                </a:lnTo>
                <a:lnTo>
                  <a:pt x="0" y="1792185"/>
                </a:lnTo>
                <a:lnTo>
                  <a:pt x="38100" y="1792185"/>
                </a:lnTo>
                <a:lnTo>
                  <a:pt x="38100" y="1754047"/>
                </a:lnTo>
                <a:close/>
              </a:path>
              <a:path w="38100" h="2326640" extrusionOk="0">
                <a:moveTo>
                  <a:pt x="38100" y="1677784"/>
                </a:moveTo>
                <a:lnTo>
                  <a:pt x="0" y="1677784"/>
                </a:lnTo>
                <a:lnTo>
                  <a:pt x="0" y="1715922"/>
                </a:lnTo>
                <a:lnTo>
                  <a:pt x="38100" y="1715922"/>
                </a:lnTo>
                <a:lnTo>
                  <a:pt x="38100" y="1677784"/>
                </a:lnTo>
                <a:close/>
              </a:path>
              <a:path w="38100" h="2326640" extrusionOk="0">
                <a:moveTo>
                  <a:pt x="38100" y="1601520"/>
                </a:moveTo>
                <a:lnTo>
                  <a:pt x="0" y="1601520"/>
                </a:lnTo>
                <a:lnTo>
                  <a:pt x="0" y="1639658"/>
                </a:lnTo>
                <a:lnTo>
                  <a:pt x="38100" y="1639658"/>
                </a:lnTo>
                <a:lnTo>
                  <a:pt x="38100" y="1601520"/>
                </a:lnTo>
                <a:close/>
              </a:path>
              <a:path w="38100" h="2326640" extrusionOk="0">
                <a:moveTo>
                  <a:pt x="38100" y="1525257"/>
                </a:moveTo>
                <a:lnTo>
                  <a:pt x="0" y="1525257"/>
                </a:lnTo>
                <a:lnTo>
                  <a:pt x="0" y="1563395"/>
                </a:lnTo>
                <a:lnTo>
                  <a:pt x="38100" y="1563395"/>
                </a:lnTo>
                <a:lnTo>
                  <a:pt x="38100" y="1525257"/>
                </a:lnTo>
                <a:close/>
              </a:path>
              <a:path w="38100" h="2326640" extrusionOk="0">
                <a:moveTo>
                  <a:pt x="38100" y="1448993"/>
                </a:moveTo>
                <a:lnTo>
                  <a:pt x="0" y="1448993"/>
                </a:lnTo>
                <a:lnTo>
                  <a:pt x="0" y="1487131"/>
                </a:lnTo>
                <a:lnTo>
                  <a:pt x="38100" y="1487131"/>
                </a:lnTo>
                <a:lnTo>
                  <a:pt x="38100" y="1448993"/>
                </a:lnTo>
                <a:close/>
              </a:path>
              <a:path w="38100" h="2326640" extrusionOk="0">
                <a:moveTo>
                  <a:pt x="38100" y="1372730"/>
                </a:moveTo>
                <a:lnTo>
                  <a:pt x="0" y="1372730"/>
                </a:lnTo>
                <a:lnTo>
                  <a:pt x="0" y="1410868"/>
                </a:lnTo>
                <a:lnTo>
                  <a:pt x="38100" y="1410868"/>
                </a:lnTo>
                <a:lnTo>
                  <a:pt x="38100" y="1372730"/>
                </a:lnTo>
                <a:close/>
              </a:path>
              <a:path w="38100" h="2326640" extrusionOk="0">
                <a:moveTo>
                  <a:pt x="38100" y="1296466"/>
                </a:moveTo>
                <a:lnTo>
                  <a:pt x="0" y="1296466"/>
                </a:lnTo>
                <a:lnTo>
                  <a:pt x="0" y="1334604"/>
                </a:lnTo>
                <a:lnTo>
                  <a:pt x="38100" y="1334604"/>
                </a:lnTo>
                <a:lnTo>
                  <a:pt x="38100" y="1296466"/>
                </a:lnTo>
                <a:close/>
              </a:path>
              <a:path w="38100" h="2326640" extrusionOk="0">
                <a:moveTo>
                  <a:pt x="38100" y="1220203"/>
                </a:moveTo>
                <a:lnTo>
                  <a:pt x="0" y="1220203"/>
                </a:lnTo>
                <a:lnTo>
                  <a:pt x="0" y="1258341"/>
                </a:lnTo>
                <a:lnTo>
                  <a:pt x="38100" y="1258341"/>
                </a:lnTo>
                <a:lnTo>
                  <a:pt x="38100" y="1220203"/>
                </a:lnTo>
                <a:close/>
              </a:path>
              <a:path w="38100" h="2326640" extrusionOk="0">
                <a:moveTo>
                  <a:pt x="38100" y="1143939"/>
                </a:moveTo>
                <a:lnTo>
                  <a:pt x="0" y="1143939"/>
                </a:lnTo>
                <a:lnTo>
                  <a:pt x="0" y="1182077"/>
                </a:lnTo>
                <a:lnTo>
                  <a:pt x="38100" y="1182077"/>
                </a:lnTo>
                <a:lnTo>
                  <a:pt x="38100" y="1143939"/>
                </a:lnTo>
                <a:close/>
              </a:path>
              <a:path w="38100" h="2326640" extrusionOk="0">
                <a:moveTo>
                  <a:pt x="38100" y="1067676"/>
                </a:moveTo>
                <a:lnTo>
                  <a:pt x="0" y="1067676"/>
                </a:lnTo>
                <a:lnTo>
                  <a:pt x="0" y="1105814"/>
                </a:lnTo>
                <a:lnTo>
                  <a:pt x="38100" y="1105814"/>
                </a:lnTo>
                <a:lnTo>
                  <a:pt x="38100" y="1067676"/>
                </a:lnTo>
                <a:close/>
              </a:path>
              <a:path w="38100" h="2326640" extrusionOk="0">
                <a:moveTo>
                  <a:pt x="38100" y="991412"/>
                </a:moveTo>
                <a:lnTo>
                  <a:pt x="0" y="991412"/>
                </a:lnTo>
                <a:lnTo>
                  <a:pt x="0" y="1029550"/>
                </a:lnTo>
                <a:lnTo>
                  <a:pt x="38100" y="1029550"/>
                </a:lnTo>
                <a:lnTo>
                  <a:pt x="38100" y="991412"/>
                </a:lnTo>
                <a:close/>
              </a:path>
              <a:path w="38100" h="2326640" extrusionOk="0">
                <a:moveTo>
                  <a:pt x="38100" y="915149"/>
                </a:moveTo>
                <a:lnTo>
                  <a:pt x="0" y="915149"/>
                </a:lnTo>
                <a:lnTo>
                  <a:pt x="0" y="953287"/>
                </a:lnTo>
                <a:lnTo>
                  <a:pt x="38100" y="953287"/>
                </a:lnTo>
                <a:lnTo>
                  <a:pt x="38100" y="915149"/>
                </a:lnTo>
                <a:close/>
              </a:path>
              <a:path w="38100" h="2326640" extrusionOk="0">
                <a:moveTo>
                  <a:pt x="38100" y="838885"/>
                </a:moveTo>
                <a:lnTo>
                  <a:pt x="0" y="838885"/>
                </a:lnTo>
                <a:lnTo>
                  <a:pt x="0" y="877023"/>
                </a:lnTo>
                <a:lnTo>
                  <a:pt x="38100" y="877023"/>
                </a:lnTo>
                <a:lnTo>
                  <a:pt x="38100" y="838885"/>
                </a:lnTo>
                <a:close/>
              </a:path>
              <a:path w="38100" h="2326640" extrusionOk="0">
                <a:moveTo>
                  <a:pt x="38100" y="762622"/>
                </a:moveTo>
                <a:lnTo>
                  <a:pt x="0" y="762622"/>
                </a:lnTo>
                <a:lnTo>
                  <a:pt x="0" y="800760"/>
                </a:lnTo>
                <a:lnTo>
                  <a:pt x="38100" y="800760"/>
                </a:lnTo>
                <a:lnTo>
                  <a:pt x="38100" y="762622"/>
                </a:lnTo>
                <a:close/>
              </a:path>
              <a:path w="38100" h="2326640" extrusionOk="0">
                <a:moveTo>
                  <a:pt x="38100" y="686358"/>
                </a:moveTo>
                <a:lnTo>
                  <a:pt x="0" y="686358"/>
                </a:lnTo>
                <a:lnTo>
                  <a:pt x="0" y="724496"/>
                </a:lnTo>
                <a:lnTo>
                  <a:pt x="38100" y="724496"/>
                </a:lnTo>
                <a:lnTo>
                  <a:pt x="38100" y="686358"/>
                </a:lnTo>
                <a:close/>
              </a:path>
              <a:path w="38100" h="2326640" extrusionOk="0">
                <a:moveTo>
                  <a:pt x="38100" y="610095"/>
                </a:moveTo>
                <a:lnTo>
                  <a:pt x="0" y="610095"/>
                </a:lnTo>
                <a:lnTo>
                  <a:pt x="0" y="648233"/>
                </a:lnTo>
                <a:lnTo>
                  <a:pt x="38100" y="648233"/>
                </a:lnTo>
                <a:lnTo>
                  <a:pt x="38100" y="610095"/>
                </a:lnTo>
                <a:close/>
              </a:path>
              <a:path w="38100" h="2326640" extrusionOk="0">
                <a:moveTo>
                  <a:pt x="38100" y="533831"/>
                </a:moveTo>
                <a:lnTo>
                  <a:pt x="0" y="533831"/>
                </a:lnTo>
                <a:lnTo>
                  <a:pt x="0" y="571969"/>
                </a:lnTo>
                <a:lnTo>
                  <a:pt x="38100" y="571969"/>
                </a:lnTo>
                <a:lnTo>
                  <a:pt x="38100" y="533831"/>
                </a:lnTo>
                <a:close/>
              </a:path>
              <a:path w="38100" h="2326640" extrusionOk="0">
                <a:moveTo>
                  <a:pt x="38100" y="457568"/>
                </a:moveTo>
                <a:lnTo>
                  <a:pt x="0" y="457568"/>
                </a:lnTo>
                <a:lnTo>
                  <a:pt x="0" y="495706"/>
                </a:lnTo>
                <a:lnTo>
                  <a:pt x="38100" y="495706"/>
                </a:lnTo>
                <a:lnTo>
                  <a:pt x="38100" y="457568"/>
                </a:lnTo>
                <a:close/>
              </a:path>
              <a:path w="38100" h="2326640" extrusionOk="0">
                <a:moveTo>
                  <a:pt x="38100" y="381304"/>
                </a:moveTo>
                <a:lnTo>
                  <a:pt x="0" y="381304"/>
                </a:lnTo>
                <a:lnTo>
                  <a:pt x="0" y="419442"/>
                </a:lnTo>
                <a:lnTo>
                  <a:pt x="38100" y="419442"/>
                </a:lnTo>
                <a:lnTo>
                  <a:pt x="38100" y="381304"/>
                </a:lnTo>
                <a:close/>
              </a:path>
              <a:path w="38100" h="2326640" extrusionOk="0">
                <a:moveTo>
                  <a:pt x="38100" y="305041"/>
                </a:moveTo>
                <a:lnTo>
                  <a:pt x="0" y="305041"/>
                </a:lnTo>
                <a:lnTo>
                  <a:pt x="0" y="343179"/>
                </a:lnTo>
                <a:lnTo>
                  <a:pt x="38100" y="343179"/>
                </a:lnTo>
                <a:lnTo>
                  <a:pt x="38100" y="305041"/>
                </a:lnTo>
                <a:close/>
              </a:path>
              <a:path w="38100" h="2326640" extrusionOk="0">
                <a:moveTo>
                  <a:pt x="38100" y="228777"/>
                </a:moveTo>
                <a:lnTo>
                  <a:pt x="0" y="228777"/>
                </a:lnTo>
                <a:lnTo>
                  <a:pt x="0" y="266915"/>
                </a:lnTo>
                <a:lnTo>
                  <a:pt x="38100" y="266915"/>
                </a:lnTo>
                <a:lnTo>
                  <a:pt x="38100" y="228777"/>
                </a:lnTo>
                <a:close/>
              </a:path>
              <a:path w="38100" h="2326640" extrusionOk="0">
                <a:moveTo>
                  <a:pt x="38100" y="152527"/>
                </a:moveTo>
                <a:lnTo>
                  <a:pt x="0" y="152527"/>
                </a:lnTo>
                <a:lnTo>
                  <a:pt x="0" y="190652"/>
                </a:lnTo>
                <a:lnTo>
                  <a:pt x="38100" y="190652"/>
                </a:lnTo>
                <a:lnTo>
                  <a:pt x="38100" y="152527"/>
                </a:lnTo>
                <a:close/>
              </a:path>
              <a:path w="38100" h="2326640" extrusionOk="0">
                <a:moveTo>
                  <a:pt x="38100" y="76263"/>
                </a:moveTo>
                <a:lnTo>
                  <a:pt x="0" y="76263"/>
                </a:lnTo>
                <a:lnTo>
                  <a:pt x="0" y="114388"/>
                </a:lnTo>
                <a:lnTo>
                  <a:pt x="38100" y="114388"/>
                </a:lnTo>
                <a:lnTo>
                  <a:pt x="38100" y="76263"/>
                </a:lnTo>
                <a:close/>
              </a:path>
              <a:path w="38100" h="2326640" extrusionOk="0">
                <a:moveTo>
                  <a:pt x="38100" y="0"/>
                </a:moveTo>
                <a:lnTo>
                  <a:pt x="0" y="0"/>
                </a:lnTo>
                <a:lnTo>
                  <a:pt x="0" y="38125"/>
                </a:lnTo>
                <a:lnTo>
                  <a:pt x="38100" y="38125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129340" y="5017994"/>
            <a:ext cx="340995" cy="340995"/>
          </a:xfrm>
          <a:custGeom>
            <a:avLst/>
            <a:gdLst/>
            <a:ahLst/>
            <a:cxnLst/>
            <a:rect l="l" t="t" r="r" b="b"/>
            <a:pathLst>
              <a:path w="340995" h="340995" extrusionOk="0">
                <a:moveTo>
                  <a:pt x="170498" y="340995"/>
                </a:moveTo>
                <a:lnTo>
                  <a:pt x="125172" y="334905"/>
                </a:lnTo>
                <a:lnTo>
                  <a:pt x="84444" y="317717"/>
                </a:lnTo>
                <a:lnTo>
                  <a:pt x="49937" y="291058"/>
                </a:lnTo>
                <a:lnTo>
                  <a:pt x="23277" y="256551"/>
                </a:lnTo>
                <a:lnTo>
                  <a:pt x="6090" y="215823"/>
                </a:lnTo>
                <a:lnTo>
                  <a:pt x="0" y="170498"/>
                </a:lnTo>
                <a:lnTo>
                  <a:pt x="6090" y="125172"/>
                </a:lnTo>
                <a:lnTo>
                  <a:pt x="23277" y="84444"/>
                </a:lnTo>
                <a:lnTo>
                  <a:pt x="49937" y="49937"/>
                </a:lnTo>
                <a:lnTo>
                  <a:pt x="84444" y="23278"/>
                </a:lnTo>
                <a:lnTo>
                  <a:pt x="125172" y="6090"/>
                </a:lnTo>
                <a:lnTo>
                  <a:pt x="170498" y="0"/>
                </a:lnTo>
                <a:lnTo>
                  <a:pt x="215823" y="6090"/>
                </a:lnTo>
                <a:lnTo>
                  <a:pt x="256551" y="23278"/>
                </a:lnTo>
                <a:lnTo>
                  <a:pt x="291058" y="49937"/>
                </a:lnTo>
                <a:lnTo>
                  <a:pt x="317717" y="84444"/>
                </a:lnTo>
                <a:lnTo>
                  <a:pt x="334905" y="125172"/>
                </a:lnTo>
                <a:lnTo>
                  <a:pt x="340995" y="170498"/>
                </a:lnTo>
                <a:lnTo>
                  <a:pt x="334905" y="215823"/>
                </a:lnTo>
                <a:lnTo>
                  <a:pt x="317717" y="256551"/>
                </a:lnTo>
                <a:lnTo>
                  <a:pt x="291058" y="291058"/>
                </a:lnTo>
                <a:lnTo>
                  <a:pt x="256551" y="317717"/>
                </a:lnTo>
                <a:lnTo>
                  <a:pt x="215823" y="334905"/>
                </a:lnTo>
                <a:lnTo>
                  <a:pt x="170498" y="34099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5"/>
          <p:cNvGrpSpPr/>
          <p:nvPr/>
        </p:nvGrpSpPr>
        <p:grpSpPr>
          <a:xfrm>
            <a:off x="6381633" y="5062585"/>
            <a:ext cx="2438666" cy="340995"/>
            <a:chOff x="7740388" y="6279618"/>
            <a:chExt cx="2438666" cy="340995"/>
          </a:xfrm>
        </p:grpSpPr>
        <p:sp>
          <p:nvSpPr>
            <p:cNvPr id="161" name="Google Shape;161;p5"/>
            <p:cNvSpPr/>
            <p:nvPr/>
          </p:nvSpPr>
          <p:spPr>
            <a:xfrm>
              <a:off x="9838059" y="6279618"/>
              <a:ext cx="340995" cy="340995"/>
            </a:xfrm>
            <a:custGeom>
              <a:avLst/>
              <a:gdLst/>
              <a:ahLst/>
              <a:cxnLst/>
              <a:rect l="l" t="t" r="r" b="b"/>
              <a:pathLst>
                <a:path w="340995" h="340995" extrusionOk="0">
                  <a:moveTo>
                    <a:pt x="170497" y="340995"/>
                  </a:moveTo>
                  <a:lnTo>
                    <a:pt x="125172" y="334905"/>
                  </a:lnTo>
                  <a:lnTo>
                    <a:pt x="84443" y="317717"/>
                  </a:lnTo>
                  <a:lnTo>
                    <a:pt x="49937" y="291058"/>
                  </a:lnTo>
                  <a:lnTo>
                    <a:pt x="23277" y="256551"/>
                  </a:lnTo>
                  <a:lnTo>
                    <a:pt x="6089" y="215823"/>
                  </a:lnTo>
                  <a:lnTo>
                    <a:pt x="0" y="170498"/>
                  </a:lnTo>
                  <a:lnTo>
                    <a:pt x="6089" y="125172"/>
                  </a:lnTo>
                  <a:lnTo>
                    <a:pt x="23277" y="84444"/>
                  </a:lnTo>
                  <a:lnTo>
                    <a:pt x="49937" y="49937"/>
                  </a:lnTo>
                  <a:lnTo>
                    <a:pt x="84443" y="23278"/>
                  </a:lnTo>
                  <a:lnTo>
                    <a:pt x="125172" y="6090"/>
                  </a:lnTo>
                  <a:lnTo>
                    <a:pt x="170497" y="0"/>
                  </a:lnTo>
                  <a:lnTo>
                    <a:pt x="215822" y="6090"/>
                  </a:lnTo>
                  <a:lnTo>
                    <a:pt x="256551" y="23278"/>
                  </a:lnTo>
                  <a:lnTo>
                    <a:pt x="291057" y="49937"/>
                  </a:lnTo>
                  <a:lnTo>
                    <a:pt x="317717" y="84444"/>
                  </a:lnTo>
                  <a:lnTo>
                    <a:pt x="334904" y="125172"/>
                  </a:lnTo>
                  <a:lnTo>
                    <a:pt x="340994" y="170500"/>
                  </a:lnTo>
                  <a:lnTo>
                    <a:pt x="334904" y="215823"/>
                  </a:lnTo>
                  <a:lnTo>
                    <a:pt x="317717" y="256551"/>
                  </a:lnTo>
                  <a:lnTo>
                    <a:pt x="291057" y="291058"/>
                  </a:lnTo>
                  <a:lnTo>
                    <a:pt x="256551" y="317717"/>
                  </a:lnTo>
                  <a:lnTo>
                    <a:pt x="215822" y="334905"/>
                  </a:lnTo>
                  <a:lnTo>
                    <a:pt x="170497" y="3409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7740388" y="6412017"/>
              <a:ext cx="2166622" cy="45719"/>
            </a:xfrm>
            <a:custGeom>
              <a:avLst/>
              <a:gdLst/>
              <a:ahLst/>
              <a:cxnLst/>
              <a:rect l="l" t="t" r="r" b="b"/>
              <a:pathLst>
                <a:path w="3695700" h="38735" extrusionOk="0">
                  <a:moveTo>
                    <a:pt x="0" y="0"/>
                  </a:moveTo>
                  <a:lnTo>
                    <a:pt x="3695556" y="38146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5"/>
          <p:cNvGrpSpPr/>
          <p:nvPr/>
        </p:nvGrpSpPr>
        <p:grpSpPr>
          <a:xfrm>
            <a:off x="0" y="7984098"/>
            <a:ext cx="2302884" cy="2302901"/>
            <a:chOff x="0" y="7984098"/>
            <a:chExt cx="2302884" cy="2302901"/>
          </a:xfrm>
        </p:grpSpPr>
        <p:pic>
          <p:nvPicPr>
            <p:cNvPr id="169" name="Google Shape;169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7984098"/>
              <a:ext cx="2302884" cy="230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8332773"/>
              <a:ext cx="2302817" cy="19542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1" name="Google Shape;171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80784" y="7738600"/>
            <a:ext cx="2307215" cy="2548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9343" y="1679845"/>
            <a:ext cx="2302817" cy="230281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 txBox="1"/>
          <p:nvPr/>
        </p:nvSpPr>
        <p:spPr>
          <a:xfrm>
            <a:off x="8867740" y="2671839"/>
            <a:ext cx="2228215" cy="197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Certificação</a:t>
            </a:r>
          </a:p>
          <a:p>
            <a:pPr marL="12700" marR="297180" lvl="0" indent="0" algn="l" rtl="0">
              <a:lnSpc>
                <a:spcPct val="108518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ISO 9001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ISO 14001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ISO 31000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325755" lvl="0" indent="0" algn="l" rtl="0">
              <a:lnSpc>
                <a:spcPct val="108148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GMP+  BPF  </a:t>
            </a:r>
          </a:p>
          <a:p>
            <a:pPr marL="12700" marR="325755" lvl="0" indent="0" algn="l" rtl="0">
              <a:lnSpc>
                <a:spcPct val="108148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APPCC</a:t>
            </a:r>
          </a:p>
          <a:p>
            <a:pPr marL="12700" marR="325755" lvl="0" indent="0" algn="l" rtl="0">
              <a:lnSpc>
                <a:spcPct val="108148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 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Belt</a:t>
            </a:r>
            <a:endParaRPr lang="pt-BR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325755" lvl="0" indent="0" algn="l" rtl="0">
              <a:lnSpc>
                <a:spcPct val="108148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</a:rPr>
              <a:t>ESG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6382259" y="3390576"/>
            <a:ext cx="3829685" cy="135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25" rIns="0" bIns="0" anchor="t" anchorCtr="0">
            <a:spAutoFit/>
          </a:bodyPr>
          <a:lstStyle/>
          <a:p>
            <a:pPr marL="12700" marR="5080" lvl="0" indent="99060" rtl="0">
              <a:lnSpc>
                <a:spcPct val="9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333229"/>
                </a:solidFill>
              </a:rPr>
              <a:t>28</a:t>
            </a:r>
            <a:r>
              <a:rPr lang="pt-BR" b="1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 Anos de Indústria</a:t>
            </a:r>
          </a:p>
          <a:p>
            <a:pPr marL="12700" marR="5080" lvl="0" indent="99060" rtl="0">
              <a:lnSpc>
                <a:spcPct val="9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333229"/>
                </a:solidFill>
              </a:rPr>
              <a:t>Engenharia de Processos</a:t>
            </a:r>
          </a:p>
          <a:p>
            <a:pPr marL="12700" marR="5080" lvl="0" indent="99060" rtl="0">
              <a:lnSpc>
                <a:spcPct val="9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Sistema de Gestão                    </a:t>
            </a:r>
          </a:p>
          <a:p>
            <a:pPr marL="12700" marR="529590" lvl="0" indent="0" rtl="0">
              <a:lnSpc>
                <a:spcPct val="108518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  Lean Manufacturing  </a:t>
            </a:r>
          </a:p>
          <a:p>
            <a:pPr marL="12700" marR="529590" lvl="0" indent="0" rtl="0">
              <a:lnSpc>
                <a:spcPct val="108518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  Auditora Interna</a:t>
            </a:r>
          </a:p>
          <a:p>
            <a:pPr marL="12700" marR="529590" lvl="0" indent="0" rtl="0">
              <a:lnSpc>
                <a:spcPct val="108518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333229"/>
                </a:solidFill>
              </a:rPr>
              <a:t> Auditoria Externa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>
            <a:spLocks noGrp="1"/>
          </p:cNvSpPr>
          <p:nvPr>
            <p:ph type="title"/>
          </p:nvPr>
        </p:nvSpPr>
        <p:spPr>
          <a:xfrm>
            <a:off x="4577286" y="1752797"/>
            <a:ext cx="4816096" cy="38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6F0AC7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Rose Jacobsen</a:t>
            </a:r>
          </a:p>
        </p:txBody>
      </p:sp>
      <p:sp>
        <p:nvSpPr>
          <p:cNvPr id="179" name="Google Shape;179;p5"/>
          <p:cNvSpPr txBox="1"/>
          <p:nvPr/>
        </p:nvSpPr>
        <p:spPr>
          <a:xfrm>
            <a:off x="4617108" y="2271017"/>
            <a:ext cx="3806456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 err="1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Member</a:t>
            </a:r>
            <a:r>
              <a:rPr lang="pt-BR" sz="2000" dirty="0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2000" dirty="0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1446710" y="4049280"/>
            <a:ext cx="5184775" cy="100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75" rIns="0" bIns="0" anchor="t" anchorCtr="0">
            <a:spAutoFit/>
          </a:bodyPr>
          <a:lstStyle/>
          <a:p>
            <a:pPr marL="12700" marR="473709" lvl="0" indent="0" algn="l" rtl="0">
              <a:lnSpc>
                <a:spcPct val="10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Engenheira </a:t>
            </a:r>
            <a:r>
              <a:rPr lang="pt-BR" b="1" dirty="0" err="1">
                <a:solidFill>
                  <a:srgbClr val="333229"/>
                </a:solidFill>
              </a:rPr>
              <a:t>Quimica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333229"/>
                </a:solidFill>
              </a:rPr>
              <a:t>Especialização em Ciências Ambientais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14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Especialização </a:t>
            </a:r>
            <a:r>
              <a:rPr lang="pt-BR" b="1" dirty="0">
                <a:solidFill>
                  <a:srgbClr val="333229"/>
                </a:solidFill>
              </a:rPr>
              <a:t>em Gestão de Pessoas</a:t>
            </a:r>
            <a:endParaRPr lang="pt-BR" b="1" dirty="0">
              <a:solidFill>
                <a:srgbClr val="3332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14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333229"/>
                </a:solidFill>
              </a:rPr>
              <a:t>Gestão e Gov. Corporativa Direcionada as Práticas  ESG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8692312" y="3044211"/>
            <a:ext cx="38100" cy="2326640"/>
          </a:xfrm>
          <a:custGeom>
            <a:avLst/>
            <a:gdLst/>
            <a:ahLst/>
            <a:cxnLst/>
            <a:rect l="l" t="t" r="r" b="b"/>
            <a:pathLst>
              <a:path w="38100" h="2326640" extrusionOk="0">
                <a:moveTo>
                  <a:pt x="38100" y="2287905"/>
                </a:moveTo>
                <a:lnTo>
                  <a:pt x="0" y="2287905"/>
                </a:lnTo>
                <a:lnTo>
                  <a:pt x="0" y="2326030"/>
                </a:lnTo>
                <a:lnTo>
                  <a:pt x="38100" y="2326030"/>
                </a:lnTo>
                <a:lnTo>
                  <a:pt x="38100" y="2287905"/>
                </a:lnTo>
                <a:close/>
              </a:path>
              <a:path w="38100" h="2326640" extrusionOk="0">
                <a:moveTo>
                  <a:pt x="38100" y="2211641"/>
                </a:moveTo>
                <a:lnTo>
                  <a:pt x="0" y="2211641"/>
                </a:lnTo>
                <a:lnTo>
                  <a:pt x="0" y="2249767"/>
                </a:lnTo>
                <a:lnTo>
                  <a:pt x="38100" y="2249767"/>
                </a:lnTo>
                <a:lnTo>
                  <a:pt x="38100" y="2211641"/>
                </a:lnTo>
                <a:close/>
              </a:path>
              <a:path w="38100" h="2326640" extrusionOk="0">
                <a:moveTo>
                  <a:pt x="38100" y="2135378"/>
                </a:moveTo>
                <a:lnTo>
                  <a:pt x="0" y="2135378"/>
                </a:lnTo>
                <a:lnTo>
                  <a:pt x="0" y="2173503"/>
                </a:lnTo>
                <a:lnTo>
                  <a:pt x="38100" y="2173503"/>
                </a:lnTo>
                <a:lnTo>
                  <a:pt x="38100" y="2135378"/>
                </a:lnTo>
                <a:close/>
              </a:path>
              <a:path w="38100" h="2326640" extrusionOk="0">
                <a:moveTo>
                  <a:pt x="38100" y="2059114"/>
                </a:moveTo>
                <a:lnTo>
                  <a:pt x="0" y="2059114"/>
                </a:lnTo>
                <a:lnTo>
                  <a:pt x="0" y="2097239"/>
                </a:lnTo>
                <a:lnTo>
                  <a:pt x="38100" y="2097239"/>
                </a:lnTo>
                <a:lnTo>
                  <a:pt x="38100" y="2059114"/>
                </a:lnTo>
                <a:close/>
              </a:path>
              <a:path w="38100" h="2326640" extrusionOk="0">
                <a:moveTo>
                  <a:pt x="38100" y="1982851"/>
                </a:moveTo>
                <a:lnTo>
                  <a:pt x="0" y="1982851"/>
                </a:lnTo>
                <a:lnTo>
                  <a:pt x="0" y="2020976"/>
                </a:lnTo>
                <a:lnTo>
                  <a:pt x="38100" y="2020976"/>
                </a:lnTo>
                <a:lnTo>
                  <a:pt x="38100" y="1982851"/>
                </a:lnTo>
                <a:close/>
              </a:path>
              <a:path w="38100" h="2326640" extrusionOk="0">
                <a:moveTo>
                  <a:pt x="38100" y="1906587"/>
                </a:moveTo>
                <a:lnTo>
                  <a:pt x="0" y="1906587"/>
                </a:lnTo>
                <a:lnTo>
                  <a:pt x="0" y="1944712"/>
                </a:lnTo>
                <a:lnTo>
                  <a:pt x="38100" y="1944712"/>
                </a:lnTo>
                <a:lnTo>
                  <a:pt x="38100" y="1906587"/>
                </a:lnTo>
                <a:close/>
              </a:path>
              <a:path w="38100" h="2326640" extrusionOk="0">
                <a:moveTo>
                  <a:pt x="38100" y="1830324"/>
                </a:moveTo>
                <a:lnTo>
                  <a:pt x="0" y="1830324"/>
                </a:lnTo>
                <a:lnTo>
                  <a:pt x="0" y="1868449"/>
                </a:lnTo>
                <a:lnTo>
                  <a:pt x="38100" y="1868449"/>
                </a:lnTo>
                <a:lnTo>
                  <a:pt x="38100" y="1830324"/>
                </a:lnTo>
                <a:close/>
              </a:path>
              <a:path w="38100" h="2326640" extrusionOk="0">
                <a:moveTo>
                  <a:pt x="38100" y="1754060"/>
                </a:moveTo>
                <a:lnTo>
                  <a:pt x="0" y="1754060"/>
                </a:lnTo>
                <a:lnTo>
                  <a:pt x="0" y="1792185"/>
                </a:lnTo>
                <a:lnTo>
                  <a:pt x="38100" y="1792185"/>
                </a:lnTo>
                <a:lnTo>
                  <a:pt x="38100" y="1754060"/>
                </a:lnTo>
                <a:close/>
              </a:path>
              <a:path w="38100" h="2326640" extrusionOk="0">
                <a:moveTo>
                  <a:pt x="38100" y="1677797"/>
                </a:moveTo>
                <a:lnTo>
                  <a:pt x="0" y="1677797"/>
                </a:lnTo>
                <a:lnTo>
                  <a:pt x="0" y="1715922"/>
                </a:lnTo>
                <a:lnTo>
                  <a:pt x="38100" y="1715922"/>
                </a:lnTo>
                <a:lnTo>
                  <a:pt x="38100" y="1677797"/>
                </a:lnTo>
                <a:close/>
              </a:path>
              <a:path w="38100" h="2326640" extrusionOk="0">
                <a:moveTo>
                  <a:pt x="38100" y="1601533"/>
                </a:moveTo>
                <a:lnTo>
                  <a:pt x="0" y="1601533"/>
                </a:lnTo>
                <a:lnTo>
                  <a:pt x="0" y="1639658"/>
                </a:lnTo>
                <a:lnTo>
                  <a:pt x="38100" y="1639658"/>
                </a:lnTo>
                <a:lnTo>
                  <a:pt x="38100" y="1601533"/>
                </a:lnTo>
                <a:close/>
              </a:path>
              <a:path w="38100" h="2326640" extrusionOk="0">
                <a:moveTo>
                  <a:pt x="38100" y="1525270"/>
                </a:moveTo>
                <a:lnTo>
                  <a:pt x="0" y="1525270"/>
                </a:lnTo>
                <a:lnTo>
                  <a:pt x="0" y="1563395"/>
                </a:lnTo>
                <a:lnTo>
                  <a:pt x="38100" y="1563395"/>
                </a:lnTo>
                <a:lnTo>
                  <a:pt x="38100" y="1525270"/>
                </a:lnTo>
                <a:close/>
              </a:path>
              <a:path w="38100" h="2326640" extrusionOk="0">
                <a:moveTo>
                  <a:pt x="38100" y="1449006"/>
                </a:moveTo>
                <a:lnTo>
                  <a:pt x="0" y="1449006"/>
                </a:lnTo>
                <a:lnTo>
                  <a:pt x="0" y="1487131"/>
                </a:lnTo>
                <a:lnTo>
                  <a:pt x="38100" y="1487131"/>
                </a:lnTo>
                <a:lnTo>
                  <a:pt x="38100" y="1449006"/>
                </a:lnTo>
                <a:close/>
              </a:path>
              <a:path w="38100" h="2326640" extrusionOk="0">
                <a:moveTo>
                  <a:pt x="38100" y="1372743"/>
                </a:moveTo>
                <a:lnTo>
                  <a:pt x="0" y="1372743"/>
                </a:lnTo>
                <a:lnTo>
                  <a:pt x="0" y="1410868"/>
                </a:lnTo>
                <a:lnTo>
                  <a:pt x="38100" y="1410868"/>
                </a:lnTo>
                <a:lnTo>
                  <a:pt x="38100" y="1372743"/>
                </a:lnTo>
                <a:close/>
              </a:path>
              <a:path w="38100" h="2326640" extrusionOk="0">
                <a:moveTo>
                  <a:pt x="38100" y="1296479"/>
                </a:moveTo>
                <a:lnTo>
                  <a:pt x="0" y="1296479"/>
                </a:lnTo>
                <a:lnTo>
                  <a:pt x="0" y="1334604"/>
                </a:lnTo>
                <a:lnTo>
                  <a:pt x="38100" y="1334604"/>
                </a:lnTo>
                <a:lnTo>
                  <a:pt x="38100" y="1296479"/>
                </a:lnTo>
                <a:close/>
              </a:path>
              <a:path w="38100" h="2326640" extrusionOk="0">
                <a:moveTo>
                  <a:pt x="38100" y="1220216"/>
                </a:moveTo>
                <a:lnTo>
                  <a:pt x="0" y="1220216"/>
                </a:lnTo>
                <a:lnTo>
                  <a:pt x="0" y="1258354"/>
                </a:lnTo>
                <a:lnTo>
                  <a:pt x="38100" y="1258354"/>
                </a:lnTo>
                <a:lnTo>
                  <a:pt x="38100" y="1220216"/>
                </a:lnTo>
                <a:close/>
              </a:path>
              <a:path w="38100" h="2326640" extrusionOk="0">
                <a:moveTo>
                  <a:pt x="38100" y="1143952"/>
                </a:moveTo>
                <a:lnTo>
                  <a:pt x="0" y="1143952"/>
                </a:lnTo>
                <a:lnTo>
                  <a:pt x="0" y="1182090"/>
                </a:lnTo>
                <a:lnTo>
                  <a:pt x="38100" y="1182090"/>
                </a:lnTo>
                <a:lnTo>
                  <a:pt x="38100" y="1143952"/>
                </a:lnTo>
                <a:close/>
              </a:path>
              <a:path w="38100" h="2326640" extrusionOk="0">
                <a:moveTo>
                  <a:pt x="38100" y="1067689"/>
                </a:moveTo>
                <a:lnTo>
                  <a:pt x="0" y="1067689"/>
                </a:lnTo>
                <a:lnTo>
                  <a:pt x="0" y="1105827"/>
                </a:lnTo>
                <a:lnTo>
                  <a:pt x="38100" y="1105827"/>
                </a:lnTo>
                <a:lnTo>
                  <a:pt x="38100" y="1067689"/>
                </a:lnTo>
                <a:close/>
              </a:path>
              <a:path w="38100" h="2326640" extrusionOk="0">
                <a:moveTo>
                  <a:pt x="38100" y="991425"/>
                </a:moveTo>
                <a:lnTo>
                  <a:pt x="0" y="991425"/>
                </a:lnTo>
                <a:lnTo>
                  <a:pt x="0" y="1029563"/>
                </a:lnTo>
                <a:lnTo>
                  <a:pt x="38100" y="1029563"/>
                </a:lnTo>
                <a:lnTo>
                  <a:pt x="38100" y="991425"/>
                </a:lnTo>
                <a:close/>
              </a:path>
              <a:path w="38100" h="2326640" extrusionOk="0">
                <a:moveTo>
                  <a:pt x="38100" y="915162"/>
                </a:moveTo>
                <a:lnTo>
                  <a:pt x="0" y="915162"/>
                </a:lnTo>
                <a:lnTo>
                  <a:pt x="0" y="953300"/>
                </a:lnTo>
                <a:lnTo>
                  <a:pt x="38100" y="953300"/>
                </a:lnTo>
                <a:lnTo>
                  <a:pt x="38100" y="915162"/>
                </a:lnTo>
                <a:close/>
              </a:path>
              <a:path w="38100" h="2326640" extrusionOk="0">
                <a:moveTo>
                  <a:pt x="38100" y="838898"/>
                </a:moveTo>
                <a:lnTo>
                  <a:pt x="0" y="838898"/>
                </a:lnTo>
                <a:lnTo>
                  <a:pt x="0" y="877036"/>
                </a:lnTo>
                <a:lnTo>
                  <a:pt x="38100" y="877036"/>
                </a:lnTo>
                <a:lnTo>
                  <a:pt x="38100" y="838898"/>
                </a:lnTo>
                <a:close/>
              </a:path>
              <a:path w="38100" h="2326640" extrusionOk="0">
                <a:moveTo>
                  <a:pt x="38100" y="762635"/>
                </a:moveTo>
                <a:lnTo>
                  <a:pt x="0" y="762635"/>
                </a:lnTo>
                <a:lnTo>
                  <a:pt x="0" y="800773"/>
                </a:lnTo>
                <a:lnTo>
                  <a:pt x="38100" y="800773"/>
                </a:lnTo>
                <a:lnTo>
                  <a:pt x="38100" y="762635"/>
                </a:lnTo>
                <a:close/>
              </a:path>
              <a:path w="38100" h="2326640" extrusionOk="0">
                <a:moveTo>
                  <a:pt x="38100" y="686371"/>
                </a:moveTo>
                <a:lnTo>
                  <a:pt x="0" y="686371"/>
                </a:lnTo>
                <a:lnTo>
                  <a:pt x="0" y="724509"/>
                </a:lnTo>
                <a:lnTo>
                  <a:pt x="38100" y="724509"/>
                </a:lnTo>
                <a:lnTo>
                  <a:pt x="38100" y="686371"/>
                </a:lnTo>
                <a:close/>
              </a:path>
              <a:path w="38100" h="2326640" extrusionOk="0">
                <a:moveTo>
                  <a:pt x="38100" y="610108"/>
                </a:moveTo>
                <a:lnTo>
                  <a:pt x="0" y="610108"/>
                </a:lnTo>
                <a:lnTo>
                  <a:pt x="0" y="648246"/>
                </a:lnTo>
                <a:lnTo>
                  <a:pt x="38100" y="648246"/>
                </a:lnTo>
                <a:lnTo>
                  <a:pt x="38100" y="610108"/>
                </a:lnTo>
                <a:close/>
              </a:path>
              <a:path w="38100" h="2326640" extrusionOk="0">
                <a:moveTo>
                  <a:pt x="38100" y="533844"/>
                </a:moveTo>
                <a:lnTo>
                  <a:pt x="0" y="533844"/>
                </a:lnTo>
                <a:lnTo>
                  <a:pt x="0" y="571982"/>
                </a:lnTo>
                <a:lnTo>
                  <a:pt x="38100" y="571982"/>
                </a:lnTo>
                <a:lnTo>
                  <a:pt x="38100" y="533844"/>
                </a:lnTo>
                <a:close/>
              </a:path>
              <a:path w="38100" h="2326640" extrusionOk="0">
                <a:moveTo>
                  <a:pt x="38100" y="457581"/>
                </a:moveTo>
                <a:lnTo>
                  <a:pt x="0" y="457581"/>
                </a:lnTo>
                <a:lnTo>
                  <a:pt x="0" y="495719"/>
                </a:lnTo>
                <a:lnTo>
                  <a:pt x="38100" y="495719"/>
                </a:lnTo>
                <a:lnTo>
                  <a:pt x="38100" y="457581"/>
                </a:lnTo>
                <a:close/>
              </a:path>
              <a:path w="38100" h="2326640" extrusionOk="0">
                <a:moveTo>
                  <a:pt x="38100" y="381317"/>
                </a:moveTo>
                <a:lnTo>
                  <a:pt x="0" y="381317"/>
                </a:lnTo>
                <a:lnTo>
                  <a:pt x="0" y="419455"/>
                </a:lnTo>
                <a:lnTo>
                  <a:pt x="38100" y="419455"/>
                </a:lnTo>
                <a:lnTo>
                  <a:pt x="38100" y="381317"/>
                </a:lnTo>
                <a:close/>
              </a:path>
              <a:path w="38100" h="2326640" extrusionOk="0">
                <a:moveTo>
                  <a:pt x="38100" y="305054"/>
                </a:moveTo>
                <a:lnTo>
                  <a:pt x="0" y="305054"/>
                </a:lnTo>
                <a:lnTo>
                  <a:pt x="0" y="343192"/>
                </a:lnTo>
                <a:lnTo>
                  <a:pt x="38100" y="343192"/>
                </a:lnTo>
                <a:lnTo>
                  <a:pt x="38100" y="305054"/>
                </a:lnTo>
                <a:close/>
              </a:path>
              <a:path w="38100" h="2326640" extrusionOk="0">
                <a:moveTo>
                  <a:pt x="38100" y="228790"/>
                </a:moveTo>
                <a:lnTo>
                  <a:pt x="0" y="228790"/>
                </a:lnTo>
                <a:lnTo>
                  <a:pt x="0" y="266928"/>
                </a:lnTo>
                <a:lnTo>
                  <a:pt x="38100" y="266928"/>
                </a:lnTo>
                <a:lnTo>
                  <a:pt x="38100" y="228790"/>
                </a:lnTo>
                <a:close/>
              </a:path>
              <a:path w="38100" h="2326640" extrusionOk="0">
                <a:moveTo>
                  <a:pt x="38100" y="152527"/>
                </a:moveTo>
                <a:lnTo>
                  <a:pt x="0" y="152527"/>
                </a:lnTo>
                <a:lnTo>
                  <a:pt x="0" y="190665"/>
                </a:lnTo>
                <a:lnTo>
                  <a:pt x="38100" y="190665"/>
                </a:lnTo>
                <a:lnTo>
                  <a:pt x="38100" y="152527"/>
                </a:lnTo>
                <a:close/>
              </a:path>
              <a:path w="38100" h="2326640" extrusionOk="0">
                <a:moveTo>
                  <a:pt x="38100" y="76263"/>
                </a:moveTo>
                <a:lnTo>
                  <a:pt x="0" y="76263"/>
                </a:lnTo>
                <a:lnTo>
                  <a:pt x="0" y="114401"/>
                </a:lnTo>
                <a:lnTo>
                  <a:pt x="38100" y="114401"/>
                </a:lnTo>
                <a:lnTo>
                  <a:pt x="38100" y="76263"/>
                </a:lnTo>
                <a:close/>
              </a:path>
              <a:path w="38100" h="2326640" extrusionOk="0">
                <a:moveTo>
                  <a:pt x="38100" y="0"/>
                </a:moveTo>
                <a:lnTo>
                  <a:pt x="0" y="0"/>
                </a:lnTo>
                <a:lnTo>
                  <a:pt x="0" y="38138"/>
                </a:lnTo>
                <a:lnTo>
                  <a:pt x="38100" y="38138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7;p4">
            <a:extLst>
              <a:ext uri="{FF2B5EF4-FFF2-40B4-BE49-F238E27FC236}">
                <a16:creationId xmlns:a16="http://schemas.microsoft.com/office/drawing/2014/main" id="{3D2ADACA-F3CE-497B-811C-AEAD576C71FA}"/>
              </a:ext>
            </a:extLst>
          </p:cNvPr>
          <p:cNvSpPr txBox="1">
            <a:spLocks/>
          </p:cNvSpPr>
          <p:nvPr/>
        </p:nvSpPr>
        <p:spPr>
          <a:xfrm>
            <a:off x="4530436" y="660931"/>
            <a:ext cx="8645237" cy="63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0" b="1" i="0" u="none" strike="noStrike" cap="none">
                <a:solidFill>
                  <a:srgbClr val="E9E7DA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ctr"/>
            <a:r>
              <a:rPr lang="pt-BR" sz="4000" dirty="0">
                <a:solidFill>
                  <a:srgbClr val="6F0AC7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Equipe e Modelo de Negócio</a:t>
            </a:r>
            <a:endParaRPr lang="pt-BR" sz="4000" dirty="0"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AE84BBB-FAAF-A4AE-F40C-24FD337D9185}"/>
              </a:ext>
            </a:extLst>
          </p:cNvPr>
          <p:cNvGrpSpPr/>
          <p:nvPr/>
        </p:nvGrpSpPr>
        <p:grpSpPr>
          <a:xfrm>
            <a:off x="13040666" y="-58929"/>
            <a:ext cx="5254869" cy="2548451"/>
            <a:chOff x="13040666" y="-58929"/>
            <a:chExt cx="5254869" cy="2548451"/>
          </a:xfrm>
        </p:grpSpPr>
        <p:grpSp>
          <p:nvGrpSpPr>
            <p:cNvPr id="163" name="Google Shape;163;p5"/>
            <p:cNvGrpSpPr/>
            <p:nvPr/>
          </p:nvGrpSpPr>
          <p:grpSpPr>
            <a:xfrm>
              <a:off x="13040666" y="0"/>
              <a:ext cx="5247332" cy="2489522"/>
              <a:chOff x="13040666" y="0"/>
              <a:chExt cx="5247332" cy="2489522"/>
            </a:xfrm>
          </p:grpSpPr>
          <p:pic>
            <p:nvPicPr>
              <p:cNvPr id="164" name="Google Shape;164;p5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5946414" y="0"/>
                <a:ext cx="2341584" cy="235179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5" name="Google Shape;165;p5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13040666" y="0"/>
                <a:ext cx="2548383" cy="24895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" name="Google Shape;166;p5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13682198" y="63888"/>
                <a:ext cx="2302817" cy="23028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" name="Imagem 5" descr="Logotipo, nome da empresa&#10;&#10;Descrição gerada automaticamente">
              <a:extLst>
                <a:ext uri="{FF2B5EF4-FFF2-40B4-BE49-F238E27FC236}">
                  <a16:creationId xmlns:a16="http://schemas.microsoft.com/office/drawing/2014/main" id="{BA4C04BF-224B-6A95-EECA-B4CA8D654D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alphaModFix amt="50000"/>
            </a:blip>
            <a:srcRect l="6501" t="29996" r="5321" b="25715"/>
            <a:stretch/>
          </p:blipFill>
          <p:spPr>
            <a:xfrm>
              <a:off x="15447818" y="-58929"/>
              <a:ext cx="2847717" cy="143030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37" name="Google Shape;155;p5"/>
          <p:cNvSpPr/>
          <p:nvPr/>
        </p:nvSpPr>
        <p:spPr>
          <a:xfrm>
            <a:off x="8738086" y="5243718"/>
            <a:ext cx="3343077" cy="48718"/>
          </a:xfrm>
          <a:custGeom>
            <a:avLst/>
            <a:gdLst/>
            <a:ahLst/>
            <a:cxnLst/>
            <a:rect l="l" t="t" r="r" b="b"/>
            <a:pathLst>
              <a:path w="2334259" h="19685" extrusionOk="0">
                <a:moveTo>
                  <a:pt x="0" y="0"/>
                </a:moveTo>
                <a:lnTo>
                  <a:pt x="2333660" y="19065"/>
                </a:lnTo>
              </a:path>
            </a:pathLst>
          </a:custGeom>
          <a:noFill/>
          <a:ln w="380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52;p5"/>
          <p:cNvSpPr/>
          <p:nvPr/>
        </p:nvSpPr>
        <p:spPr>
          <a:xfrm>
            <a:off x="12001501" y="4930377"/>
            <a:ext cx="627380" cy="627380"/>
          </a:xfrm>
          <a:custGeom>
            <a:avLst/>
            <a:gdLst/>
            <a:ahLst/>
            <a:cxnLst/>
            <a:rect l="l" t="t" r="r" b="b"/>
            <a:pathLst>
              <a:path w="627380" h="627379" extrusionOk="0">
                <a:moveTo>
                  <a:pt x="313531" y="627060"/>
                </a:moveTo>
                <a:lnTo>
                  <a:pt x="267198" y="623660"/>
                </a:lnTo>
                <a:lnTo>
                  <a:pt x="222978" y="613785"/>
                </a:lnTo>
                <a:lnTo>
                  <a:pt x="181353" y="597920"/>
                </a:lnTo>
                <a:lnTo>
                  <a:pt x="142809" y="576548"/>
                </a:lnTo>
                <a:lnTo>
                  <a:pt x="107831" y="550156"/>
                </a:lnTo>
                <a:lnTo>
                  <a:pt x="76903" y="519229"/>
                </a:lnTo>
                <a:lnTo>
                  <a:pt x="50511" y="484250"/>
                </a:lnTo>
                <a:lnTo>
                  <a:pt x="29140" y="445706"/>
                </a:lnTo>
                <a:lnTo>
                  <a:pt x="13274" y="404081"/>
                </a:lnTo>
                <a:lnTo>
                  <a:pt x="3399" y="359861"/>
                </a:lnTo>
                <a:lnTo>
                  <a:pt x="0" y="313529"/>
                </a:lnTo>
                <a:lnTo>
                  <a:pt x="3399" y="267199"/>
                </a:lnTo>
                <a:lnTo>
                  <a:pt x="13274" y="222978"/>
                </a:lnTo>
                <a:lnTo>
                  <a:pt x="29140" y="181353"/>
                </a:lnTo>
                <a:lnTo>
                  <a:pt x="50511" y="142809"/>
                </a:lnTo>
                <a:lnTo>
                  <a:pt x="76903" y="107831"/>
                </a:lnTo>
                <a:lnTo>
                  <a:pt x="107831" y="76903"/>
                </a:lnTo>
                <a:lnTo>
                  <a:pt x="142809" y="50511"/>
                </a:lnTo>
                <a:lnTo>
                  <a:pt x="181353" y="29140"/>
                </a:lnTo>
                <a:lnTo>
                  <a:pt x="222978" y="13274"/>
                </a:lnTo>
                <a:lnTo>
                  <a:pt x="267198" y="3399"/>
                </a:lnTo>
                <a:lnTo>
                  <a:pt x="313529" y="0"/>
                </a:lnTo>
                <a:lnTo>
                  <a:pt x="359861" y="3399"/>
                </a:lnTo>
                <a:lnTo>
                  <a:pt x="404081" y="13274"/>
                </a:lnTo>
                <a:lnTo>
                  <a:pt x="445706" y="29140"/>
                </a:lnTo>
                <a:lnTo>
                  <a:pt x="484250" y="50511"/>
                </a:lnTo>
                <a:lnTo>
                  <a:pt x="519228" y="76903"/>
                </a:lnTo>
                <a:lnTo>
                  <a:pt x="550156" y="107831"/>
                </a:lnTo>
                <a:lnTo>
                  <a:pt x="576548" y="142809"/>
                </a:lnTo>
                <a:lnTo>
                  <a:pt x="597920" y="181353"/>
                </a:lnTo>
                <a:lnTo>
                  <a:pt x="613785" y="222978"/>
                </a:lnTo>
                <a:lnTo>
                  <a:pt x="623660" y="267199"/>
                </a:lnTo>
                <a:lnTo>
                  <a:pt x="627060" y="313530"/>
                </a:lnTo>
                <a:lnTo>
                  <a:pt x="623660" y="359861"/>
                </a:lnTo>
                <a:lnTo>
                  <a:pt x="613785" y="404081"/>
                </a:lnTo>
                <a:lnTo>
                  <a:pt x="597920" y="445706"/>
                </a:lnTo>
                <a:lnTo>
                  <a:pt x="576548" y="484250"/>
                </a:lnTo>
                <a:lnTo>
                  <a:pt x="550156" y="519229"/>
                </a:lnTo>
                <a:lnTo>
                  <a:pt x="519228" y="550156"/>
                </a:lnTo>
                <a:lnTo>
                  <a:pt x="484250" y="576548"/>
                </a:lnTo>
                <a:lnTo>
                  <a:pt x="445706" y="597920"/>
                </a:lnTo>
                <a:lnTo>
                  <a:pt x="404081" y="613785"/>
                </a:lnTo>
                <a:lnTo>
                  <a:pt x="359861" y="623660"/>
                </a:lnTo>
                <a:lnTo>
                  <a:pt x="313531" y="62706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" name="Grupo 41"/>
          <p:cNvGrpSpPr/>
          <p:nvPr/>
        </p:nvGrpSpPr>
        <p:grpSpPr>
          <a:xfrm>
            <a:off x="11873346" y="3551727"/>
            <a:ext cx="6054437" cy="3444819"/>
            <a:chOff x="11773545" y="5477850"/>
            <a:chExt cx="6471149" cy="4565003"/>
          </a:xfrm>
        </p:grpSpPr>
        <p:sp>
          <p:nvSpPr>
            <p:cNvPr id="36" name="Google Shape;188;p6"/>
            <p:cNvSpPr/>
            <p:nvPr/>
          </p:nvSpPr>
          <p:spPr>
            <a:xfrm>
              <a:off x="11773545" y="5477850"/>
              <a:ext cx="6367492" cy="4565003"/>
            </a:xfrm>
            <a:custGeom>
              <a:avLst/>
              <a:gdLst/>
              <a:ahLst/>
              <a:cxnLst/>
              <a:rect l="l" t="t" r="r" b="b"/>
              <a:pathLst>
                <a:path w="5647055" h="3666490" extrusionOk="0">
                  <a:moveTo>
                    <a:pt x="5161216" y="3665872"/>
                  </a:moveTo>
                  <a:lnTo>
                    <a:pt x="485768" y="3665872"/>
                  </a:lnTo>
                  <a:lnTo>
                    <a:pt x="437761" y="3663495"/>
                  </a:lnTo>
                  <a:lnTo>
                    <a:pt x="390562" y="3656452"/>
                  </a:lnTo>
                  <a:lnTo>
                    <a:pt x="344494" y="3644875"/>
                  </a:lnTo>
                  <a:lnTo>
                    <a:pt x="299876" y="3628895"/>
                  </a:lnTo>
                  <a:lnTo>
                    <a:pt x="257027" y="3608645"/>
                  </a:lnTo>
                  <a:lnTo>
                    <a:pt x="216266" y="3584257"/>
                  </a:lnTo>
                  <a:lnTo>
                    <a:pt x="177910" y="3555862"/>
                  </a:lnTo>
                  <a:lnTo>
                    <a:pt x="142279" y="3523593"/>
                  </a:lnTo>
                  <a:lnTo>
                    <a:pt x="110010" y="3487961"/>
                  </a:lnTo>
                  <a:lnTo>
                    <a:pt x="81615" y="3449606"/>
                  </a:lnTo>
                  <a:lnTo>
                    <a:pt x="57227" y="3408845"/>
                  </a:lnTo>
                  <a:lnTo>
                    <a:pt x="36977" y="3365996"/>
                  </a:lnTo>
                  <a:lnTo>
                    <a:pt x="20997" y="3321378"/>
                  </a:lnTo>
                  <a:lnTo>
                    <a:pt x="9419" y="3275310"/>
                  </a:lnTo>
                  <a:lnTo>
                    <a:pt x="2376" y="3228110"/>
                  </a:lnTo>
                  <a:lnTo>
                    <a:pt x="0" y="3180106"/>
                  </a:lnTo>
                  <a:lnTo>
                    <a:pt x="0" y="485766"/>
                  </a:lnTo>
                  <a:lnTo>
                    <a:pt x="2376" y="437762"/>
                  </a:lnTo>
                  <a:lnTo>
                    <a:pt x="9419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77910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5161210" y="0"/>
                  </a:lnTo>
                  <a:lnTo>
                    <a:pt x="5209222" y="2377"/>
                  </a:lnTo>
                  <a:lnTo>
                    <a:pt x="5256421" y="9420"/>
                  </a:lnTo>
                  <a:lnTo>
                    <a:pt x="5302489" y="20997"/>
                  </a:lnTo>
                  <a:lnTo>
                    <a:pt x="5347106" y="36977"/>
                  </a:lnTo>
                  <a:lnTo>
                    <a:pt x="5389955" y="57227"/>
                  </a:lnTo>
                  <a:lnTo>
                    <a:pt x="5430717" y="81615"/>
                  </a:lnTo>
                  <a:lnTo>
                    <a:pt x="5469072" y="110010"/>
                  </a:lnTo>
                  <a:lnTo>
                    <a:pt x="5504703" y="142280"/>
                  </a:lnTo>
                  <a:lnTo>
                    <a:pt x="5536973" y="177911"/>
                  </a:lnTo>
                  <a:lnTo>
                    <a:pt x="5565368" y="216266"/>
                  </a:lnTo>
                  <a:lnTo>
                    <a:pt x="5589756" y="257028"/>
                  </a:lnTo>
                  <a:lnTo>
                    <a:pt x="5610007" y="299876"/>
                  </a:lnTo>
                  <a:lnTo>
                    <a:pt x="5625987" y="344494"/>
                  </a:lnTo>
                  <a:lnTo>
                    <a:pt x="5637564" y="390562"/>
                  </a:lnTo>
                  <a:lnTo>
                    <a:pt x="5644607" y="437762"/>
                  </a:lnTo>
                  <a:lnTo>
                    <a:pt x="5646984" y="485766"/>
                  </a:lnTo>
                  <a:lnTo>
                    <a:pt x="5646984" y="3180106"/>
                  </a:lnTo>
                  <a:lnTo>
                    <a:pt x="5644607" y="3228110"/>
                  </a:lnTo>
                  <a:lnTo>
                    <a:pt x="5637564" y="3275310"/>
                  </a:lnTo>
                  <a:lnTo>
                    <a:pt x="5625987" y="3321378"/>
                  </a:lnTo>
                  <a:lnTo>
                    <a:pt x="5610007" y="3365996"/>
                  </a:lnTo>
                  <a:lnTo>
                    <a:pt x="5589756" y="3408845"/>
                  </a:lnTo>
                  <a:lnTo>
                    <a:pt x="5565368" y="3449606"/>
                  </a:lnTo>
                  <a:lnTo>
                    <a:pt x="5536973" y="3487961"/>
                  </a:lnTo>
                  <a:lnTo>
                    <a:pt x="5504703" y="3523593"/>
                  </a:lnTo>
                  <a:lnTo>
                    <a:pt x="5469072" y="3555862"/>
                  </a:lnTo>
                  <a:lnTo>
                    <a:pt x="5430717" y="3584257"/>
                  </a:lnTo>
                  <a:lnTo>
                    <a:pt x="5389955" y="3608645"/>
                  </a:lnTo>
                  <a:lnTo>
                    <a:pt x="5347106" y="3628895"/>
                  </a:lnTo>
                  <a:lnTo>
                    <a:pt x="5302489" y="3644875"/>
                  </a:lnTo>
                  <a:lnTo>
                    <a:pt x="5256421" y="3656452"/>
                  </a:lnTo>
                  <a:lnTo>
                    <a:pt x="5209222" y="3663495"/>
                  </a:lnTo>
                  <a:lnTo>
                    <a:pt x="5161216" y="3665872"/>
                  </a:lnTo>
                  <a:close/>
                </a:path>
              </a:pathLst>
            </a:custGeom>
            <a:solidFill>
              <a:srgbClr val="6F0AC7">
                <a:alpha val="6400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" name="Google Shape;225;p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2178755" y="5711562"/>
              <a:ext cx="676274" cy="695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236;p6"/>
            <p:cNvSpPr txBox="1"/>
            <p:nvPr/>
          </p:nvSpPr>
          <p:spPr>
            <a:xfrm>
              <a:off x="12854538" y="5868272"/>
              <a:ext cx="5390156" cy="37758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142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b="1" dirty="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     Modelo de negócio</a:t>
              </a:r>
            </a:p>
            <a:p>
              <a:pPr marL="12700" marR="0" lvl="0" indent="0" algn="l" rtl="0">
                <a:lnSpc>
                  <a:spcPct val="1142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253365" marR="0" lvl="0" indent="-241300" algn="l" rtl="0">
                <a:lnSpc>
                  <a:spcPct val="10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0"/>
                <a:buFont typeface="Verdana"/>
                <a:buChar char="-"/>
              </a:pPr>
              <a:r>
                <a:rPr lang="pt-BR" sz="2400" b="1" dirty="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Hora Técnica - Remoto</a:t>
              </a:r>
            </a:p>
            <a:p>
              <a:pPr marL="253365" indent="-241300">
                <a:lnSpc>
                  <a:spcPct val="108333"/>
                </a:lnSpc>
                <a:buClr>
                  <a:srgbClr val="FFFFFF"/>
                </a:buClr>
                <a:buSzPts val="2700"/>
                <a:buFont typeface="Verdana"/>
                <a:buChar char="-"/>
              </a:pPr>
              <a:r>
                <a:rPr lang="pt-BR" sz="2400" b="1" dirty="0" err="1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Combos</a:t>
              </a:r>
              <a:r>
                <a:rPr lang="pt-BR" sz="2400" b="1" dirty="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 de atendimento presencial (Hora Dia – HD)</a:t>
              </a:r>
            </a:p>
            <a:p>
              <a:pPr marL="253365" marR="0" lvl="0" indent="-241300" algn="l" rtl="0">
                <a:lnSpc>
                  <a:spcPct val="10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0"/>
                <a:buFont typeface="Verdana"/>
                <a:buChar char="-"/>
              </a:pPr>
              <a:r>
                <a:rPr lang="pt-BR" sz="2400" b="1" dirty="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% RPI -Vendas Produtos Lançados</a:t>
              </a:r>
            </a:p>
          </p:txBody>
        </p:sp>
      </p:grpSp>
      <p:sp>
        <p:nvSpPr>
          <p:cNvPr id="43" name="Google Shape;188;p6"/>
          <p:cNvSpPr/>
          <p:nvPr/>
        </p:nvSpPr>
        <p:spPr>
          <a:xfrm>
            <a:off x="997525" y="5708072"/>
            <a:ext cx="10377057" cy="4169981"/>
          </a:xfrm>
          <a:custGeom>
            <a:avLst/>
            <a:gdLst/>
            <a:ahLst/>
            <a:cxnLst/>
            <a:rect l="l" t="t" r="r" b="b"/>
            <a:pathLst>
              <a:path w="5647055" h="3666490" extrusionOk="0">
                <a:moveTo>
                  <a:pt x="5161216" y="3665872"/>
                </a:moveTo>
                <a:lnTo>
                  <a:pt x="485768" y="3665872"/>
                </a:lnTo>
                <a:lnTo>
                  <a:pt x="437761" y="3663495"/>
                </a:lnTo>
                <a:lnTo>
                  <a:pt x="390562" y="3656452"/>
                </a:lnTo>
                <a:lnTo>
                  <a:pt x="344494" y="3644875"/>
                </a:lnTo>
                <a:lnTo>
                  <a:pt x="299876" y="3628895"/>
                </a:lnTo>
                <a:lnTo>
                  <a:pt x="257027" y="3608645"/>
                </a:lnTo>
                <a:lnTo>
                  <a:pt x="216266" y="3584257"/>
                </a:lnTo>
                <a:lnTo>
                  <a:pt x="177910" y="3555862"/>
                </a:lnTo>
                <a:lnTo>
                  <a:pt x="142279" y="3523593"/>
                </a:lnTo>
                <a:lnTo>
                  <a:pt x="110010" y="3487961"/>
                </a:lnTo>
                <a:lnTo>
                  <a:pt x="81615" y="3449606"/>
                </a:lnTo>
                <a:lnTo>
                  <a:pt x="57227" y="3408845"/>
                </a:lnTo>
                <a:lnTo>
                  <a:pt x="36977" y="3365996"/>
                </a:lnTo>
                <a:lnTo>
                  <a:pt x="20997" y="3321378"/>
                </a:lnTo>
                <a:lnTo>
                  <a:pt x="9419" y="3275310"/>
                </a:lnTo>
                <a:lnTo>
                  <a:pt x="2376" y="3228110"/>
                </a:lnTo>
                <a:lnTo>
                  <a:pt x="0" y="3180106"/>
                </a:lnTo>
                <a:lnTo>
                  <a:pt x="0" y="485766"/>
                </a:lnTo>
                <a:lnTo>
                  <a:pt x="2376" y="437762"/>
                </a:lnTo>
                <a:lnTo>
                  <a:pt x="9419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0"/>
                </a:lnTo>
                <a:lnTo>
                  <a:pt x="216266" y="81615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5161210" y="0"/>
                </a:lnTo>
                <a:lnTo>
                  <a:pt x="5209222" y="2377"/>
                </a:lnTo>
                <a:lnTo>
                  <a:pt x="5256421" y="9420"/>
                </a:lnTo>
                <a:lnTo>
                  <a:pt x="5302489" y="20997"/>
                </a:lnTo>
                <a:lnTo>
                  <a:pt x="5347106" y="36977"/>
                </a:lnTo>
                <a:lnTo>
                  <a:pt x="5389955" y="57227"/>
                </a:lnTo>
                <a:lnTo>
                  <a:pt x="5430717" y="81615"/>
                </a:lnTo>
                <a:lnTo>
                  <a:pt x="5469072" y="110010"/>
                </a:lnTo>
                <a:lnTo>
                  <a:pt x="5504703" y="142280"/>
                </a:lnTo>
                <a:lnTo>
                  <a:pt x="5536973" y="177911"/>
                </a:lnTo>
                <a:lnTo>
                  <a:pt x="5565368" y="216266"/>
                </a:lnTo>
                <a:lnTo>
                  <a:pt x="5589756" y="257028"/>
                </a:lnTo>
                <a:lnTo>
                  <a:pt x="5610007" y="299876"/>
                </a:lnTo>
                <a:lnTo>
                  <a:pt x="5625987" y="344494"/>
                </a:lnTo>
                <a:lnTo>
                  <a:pt x="5637564" y="390562"/>
                </a:lnTo>
                <a:lnTo>
                  <a:pt x="5644607" y="437762"/>
                </a:lnTo>
                <a:lnTo>
                  <a:pt x="5646984" y="485766"/>
                </a:lnTo>
                <a:lnTo>
                  <a:pt x="5646984" y="3180106"/>
                </a:lnTo>
                <a:lnTo>
                  <a:pt x="5644607" y="3228110"/>
                </a:lnTo>
                <a:lnTo>
                  <a:pt x="5637564" y="3275310"/>
                </a:lnTo>
                <a:lnTo>
                  <a:pt x="5625987" y="3321378"/>
                </a:lnTo>
                <a:lnTo>
                  <a:pt x="5610007" y="3365996"/>
                </a:lnTo>
                <a:lnTo>
                  <a:pt x="5589756" y="3408845"/>
                </a:lnTo>
                <a:lnTo>
                  <a:pt x="5565368" y="3449606"/>
                </a:lnTo>
                <a:lnTo>
                  <a:pt x="5536973" y="3487961"/>
                </a:lnTo>
                <a:lnTo>
                  <a:pt x="5504703" y="3523593"/>
                </a:lnTo>
                <a:lnTo>
                  <a:pt x="5469072" y="3555862"/>
                </a:lnTo>
                <a:lnTo>
                  <a:pt x="5430717" y="3584257"/>
                </a:lnTo>
                <a:lnTo>
                  <a:pt x="5389955" y="3608645"/>
                </a:lnTo>
                <a:lnTo>
                  <a:pt x="5347106" y="3628895"/>
                </a:lnTo>
                <a:lnTo>
                  <a:pt x="5302489" y="3644875"/>
                </a:lnTo>
                <a:lnTo>
                  <a:pt x="5256421" y="3656452"/>
                </a:lnTo>
                <a:lnTo>
                  <a:pt x="5209222" y="3663495"/>
                </a:lnTo>
                <a:lnTo>
                  <a:pt x="5161216" y="3665872"/>
                </a:lnTo>
                <a:close/>
              </a:path>
            </a:pathLst>
          </a:custGeom>
          <a:solidFill>
            <a:srgbClr val="6F0AC7">
              <a:alpha val="640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236;p6"/>
          <p:cNvSpPr txBox="1"/>
          <p:nvPr/>
        </p:nvSpPr>
        <p:spPr>
          <a:xfrm>
            <a:off x="2464838" y="5869763"/>
            <a:ext cx="8909743" cy="405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14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Portfólio</a:t>
            </a:r>
          </a:p>
          <a:p>
            <a:pPr marL="127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 pitchFamily="2" charset="2"/>
              <a:buChar char="v"/>
            </a:pPr>
            <a:r>
              <a:rPr lang="pt-BR" sz="2000" b="1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Especialista em Engenharia de Processos, ESG e Sistemas de Gestão Integrada (SGI)</a:t>
            </a:r>
          </a:p>
          <a:p>
            <a:pPr marL="127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 pitchFamily="2" charset="2"/>
              <a:buChar char="v"/>
            </a:pPr>
            <a:r>
              <a:rPr lang="pt-BR" sz="2000" b="1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Implementação de programas de Qualidade, ISO 14001 e Gestão Ambiental corporativa</a:t>
            </a:r>
          </a:p>
          <a:p>
            <a:pPr marL="127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 pitchFamily="2" charset="2"/>
              <a:buChar char="v"/>
            </a:pPr>
            <a:r>
              <a:rPr lang="pt-BR" sz="2000" b="1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Experiência internacional em treinamentos técnicos (Brasil, EUA, China e Alemanha)</a:t>
            </a:r>
          </a:p>
          <a:p>
            <a:pPr marL="127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 pitchFamily="2" charset="2"/>
              <a:buChar char="v"/>
            </a:pPr>
            <a:r>
              <a:rPr lang="pt-BR" sz="2000" b="1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Forte atuação em qualidade, compliance, sustentabilidade e melhoria contínua</a:t>
            </a:r>
          </a:p>
        </p:txBody>
      </p:sp>
      <p:sp>
        <p:nvSpPr>
          <p:cNvPr id="8193" name="Rectangle 1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 txBox="1">
            <a:spLocks noGrp="1"/>
          </p:cNvSpPr>
          <p:nvPr>
            <p:ph type="title"/>
          </p:nvPr>
        </p:nvSpPr>
        <p:spPr>
          <a:xfrm>
            <a:off x="1015999" y="3004078"/>
            <a:ext cx="6053873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rebuchet MS"/>
                <a:sym typeface="Trebuchet MS"/>
              </a:rPr>
              <a:t>Contatos:</a:t>
            </a:r>
            <a:endParaRPr sz="4000" dirty="0">
              <a:latin typeface="Verdana" panose="020B0604030504040204" pitchFamily="34" charset="0"/>
              <a:ea typeface="Verdana" panose="020B0604030504040204" pitchFamily="34" charset="0"/>
              <a:cs typeface="Trebuchet MS"/>
              <a:sym typeface="Trebuchet MS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6336146" y="5690261"/>
            <a:ext cx="4139565" cy="1516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b="1" dirty="0">
                <a:solidFill>
                  <a:srgbClr val="333229"/>
                </a:solidFill>
              </a:rPr>
              <a:t>Endereço</a:t>
            </a:r>
            <a:r>
              <a:rPr lang="pt-BR" sz="2700" b="1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12700" marR="0" lvl="0" indent="0" algn="l" rtl="0">
              <a:lnSpc>
                <a:spcPct val="11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Joinville - SC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2700" b="1" dirty="0">
                <a:solidFill>
                  <a:srgbClr val="333229"/>
                </a:solidFill>
              </a:rPr>
              <a:t> </a:t>
            </a:r>
            <a:endParaRPr sz="27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>
            <a:hlinkClick r:id="rId3"/>
          </p:cNvPr>
          <p:cNvSpPr txBox="1"/>
          <p:nvPr/>
        </p:nvSpPr>
        <p:spPr>
          <a:xfrm>
            <a:off x="6389688" y="4181401"/>
            <a:ext cx="4999355" cy="8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6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b="1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E-mail</a:t>
            </a:r>
            <a:endParaRPr sz="27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2400" u="sng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rosejacobsen@gmail.com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Vetores e ilustrações de Instagram logo para download gratuito | Freepik">
            <a:hlinkClick r:id="rId4"/>
            <a:extLst>
              <a:ext uri="{FF2B5EF4-FFF2-40B4-BE49-F238E27FC236}">
                <a16:creationId xmlns:a16="http://schemas.microsoft.com/office/drawing/2014/main" id="{1B5FAA7F-1D38-3879-6E81-6D1B33A5E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588" y="5631463"/>
            <a:ext cx="761985" cy="76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kedin - ícones de mídia social grátis">
            <a:hlinkClick r:id="rId6"/>
            <a:extLst>
              <a:ext uri="{FF2B5EF4-FFF2-40B4-BE49-F238E27FC236}">
                <a16:creationId xmlns:a16="http://schemas.microsoft.com/office/drawing/2014/main" id="{4EA9778D-445C-F3A8-D1BD-9493CC3C5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449" y="5749249"/>
            <a:ext cx="491098" cy="49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52;p8"/>
          <p:cNvSpPr txBox="1"/>
          <p:nvPr/>
        </p:nvSpPr>
        <p:spPr>
          <a:xfrm>
            <a:off x="1168400" y="4332515"/>
            <a:ext cx="4139565" cy="2565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b="1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Celular: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1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47 992900232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2700" b="1" dirty="0">
                <a:solidFill>
                  <a:srgbClr val="333229"/>
                </a:solidFill>
                <a:latin typeface="Arial"/>
                <a:ea typeface="Arial"/>
                <a:cs typeface="Arial"/>
                <a:sym typeface="Arial"/>
              </a:rPr>
              <a:t>Redes sociais: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2700" b="1" dirty="0">
                <a:solidFill>
                  <a:srgbClr val="333229"/>
                </a:solidFill>
              </a:rPr>
              <a:t> </a:t>
            </a:r>
            <a:endParaRPr sz="27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22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160</Words>
  <Application>Microsoft Office PowerPoint</Application>
  <PresentationFormat>Personalizar</PresentationFormat>
  <Paragraphs>42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Calibri</vt:lpstr>
      <vt:lpstr>Verdana</vt:lpstr>
      <vt:lpstr>Wingdings</vt:lpstr>
      <vt:lpstr>Tahoma</vt:lpstr>
      <vt:lpstr>Arial</vt:lpstr>
      <vt:lpstr>Office Theme</vt:lpstr>
      <vt:lpstr>Rose Jacobsen</vt:lpstr>
      <vt:lpstr>Contatos: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Sejam bem-vindos!</dc:title>
  <dc:creator>Mariane Caroline</dc:creator>
  <cp:lastModifiedBy>Cristina Pereira</cp:lastModifiedBy>
  <cp:revision>53</cp:revision>
  <dcterms:created xsi:type="dcterms:W3CDTF">2023-09-14T21:15:45Z</dcterms:created>
  <dcterms:modified xsi:type="dcterms:W3CDTF">2026-09-08T20:51:18Z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2023-09-14T00:00:00Z</vt:filetime>
  </property>
  <property fmtid="{D5CDD505-2E9C-101B-9397-08002B2CF9AE}" pid="3" name="Creator">
    <vt:lpwstr>Canva</vt:lpwstr>
  </property>
  <property fmtid="{D5CDD505-2E9C-101B-9397-08002B2CF9AE}" pid="4" name="LastSaved">
    <vt:filetime>2023-09-14T00:00:00Z</vt:filetime>
  </property>
</Properties>
</file>